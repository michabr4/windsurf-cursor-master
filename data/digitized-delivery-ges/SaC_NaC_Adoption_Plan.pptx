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iscoSansTT" panose="020B0503020201020303" pitchFamily="34" charset="0"/>
      <p:regular r:id="rId12"/>
      <p:bold r:id="rId13"/>
      <p:italic r:id="rId14"/>
      <p:boldItalic r:id="rId15"/>
    </p:embeddedFont>
    <p:embeddedFont>
      <p:font typeface="CiscoSansTT Medium" panose="020B0903020201090303" pitchFamily="34" charset="0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DF6421-830F-6D41-9889-E64A4EF01E0C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1DCBAECA-DC8C-0440-9CEB-F499C5B2B720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29"/>
    <p:restoredTop sz="98291"/>
  </p:normalViewPr>
  <p:slideViewPr>
    <p:cSldViewPr snapToGrid="0">
      <p:cViewPr varScale="1">
        <p:scale>
          <a:sx n="112" d="100"/>
          <a:sy n="112" d="100"/>
        </p:scale>
        <p:origin x="1272" y="48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Requirements Gathering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97F26437-EB91-C941-8948-285AA53CBFE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SRD</a:t>
          </a:r>
        </a:p>
      </dgm:t>
    </dgm:pt>
    <dgm:pt modelId="{C6A6C469-862E-9340-92BD-B09588B78FAF}" type="parTrans" cxnId="{B1F354AF-2517-D643-BD9F-4E6E1597FA3D}">
      <dgm:prSet/>
      <dgm:spPr/>
      <dgm:t>
        <a:bodyPr/>
        <a:lstStyle/>
        <a:p>
          <a:endParaRPr lang="en-US"/>
        </a:p>
      </dgm:t>
    </dgm:pt>
    <dgm:pt modelId="{EDC0CE01-EB88-C846-8B2C-731C6E538DD8}" type="sibTrans" cxnId="{B1F354AF-2517-D643-BD9F-4E6E1597FA3D}">
      <dgm:prSet/>
      <dgm:spPr/>
      <dgm:t>
        <a:bodyPr/>
        <a:lstStyle/>
        <a:p>
          <a:endParaRPr lang="en-US"/>
        </a:p>
      </dgm:t>
    </dgm:pt>
    <dgm:pt modelId="{F71DB235-0DCC-A84B-A7AB-F30119A5915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Network Design</a:t>
          </a:r>
        </a:p>
      </dgm:t>
    </dgm:pt>
    <dgm:pt modelId="{E5FF5F4F-25C7-FF4F-82F8-2A69E4A3EE82}" type="parTrans" cxnId="{BE1FCD7B-3F7D-FE4D-AB6E-D95D78A8E35D}">
      <dgm:prSet/>
      <dgm:spPr/>
      <dgm:t>
        <a:bodyPr/>
        <a:lstStyle/>
        <a:p>
          <a:endParaRPr lang="en-US"/>
        </a:p>
      </dgm:t>
    </dgm:pt>
    <dgm:pt modelId="{64C1D361-86D1-A14E-8222-5B37B4C098A5}" type="sibTrans" cxnId="{BE1FCD7B-3F7D-FE4D-AB6E-D95D78A8E35D}">
      <dgm:prSet/>
      <dgm:spPr/>
      <dgm:t>
        <a:bodyPr/>
        <a:lstStyle/>
        <a:p>
          <a:endParaRPr lang="en-US"/>
        </a:p>
      </dgm:t>
    </dgm:pt>
    <dgm:pt modelId="{07B89EDA-FEDC-EF4A-A2BF-3825B4B182B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SDD</a:t>
          </a:r>
        </a:p>
      </dgm:t>
    </dgm:pt>
    <dgm:pt modelId="{AB099CFD-F311-5E45-8DA9-AFC1E2B6233C}" type="parTrans" cxnId="{F7C02DCF-ABCB-5345-B95F-8A4A9E1057D0}">
      <dgm:prSet/>
      <dgm:spPr/>
      <dgm:t>
        <a:bodyPr/>
        <a:lstStyle/>
        <a:p>
          <a:endParaRPr lang="en-US"/>
        </a:p>
      </dgm:t>
    </dgm:pt>
    <dgm:pt modelId="{1EEB9379-30EF-3645-A14F-C204169AD306}" type="sibTrans" cxnId="{F7C02DCF-ABCB-5345-B95F-8A4A9E1057D0}">
      <dgm:prSet/>
      <dgm:spPr/>
      <dgm:t>
        <a:bodyPr/>
        <a:lstStyle/>
        <a:p>
          <a:endParaRPr lang="en-US"/>
        </a:p>
      </dgm:t>
    </dgm:pt>
    <dgm:pt modelId="{8EC417A5-5ECA-C642-BD84-33F1B8C929EB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Migration Strategy</a:t>
          </a:r>
        </a:p>
      </dgm:t>
    </dgm:pt>
    <dgm:pt modelId="{E05B9C70-9B70-0F47-BC9E-882FE9B85365}" type="parTrans" cxnId="{C05F3A0A-5659-2941-8F88-1AC502A0A31C}">
      <dgm:prSet/>
      <dgm:spPr/>
      <dgm:t>
        <a:bodyPr/>
        <a:lstStyle/>
        <a:p>
          <a:endParaRPr lang="en-US"/>
        </a:p>
      </dgm:t>
    </dgm:pt>
    <dgm:pt modelId="{56328617-8902-D047-9B72-350CE5B73549}" type="sibTrans" cxnId="{C05F3A0A-5659-2941-8F88-1AC502A0A31C}">
      <dgm:prSet/>
      <dgm:spPr/>
      <dgm:t>
        <a:bodyPr/>
        <a:lstStyle/>
        <a:p>
          <a:endParaRPr lang="en-US"/>
        </a:p>
      </dgm:t>
    </dgm:pt>
    <dgm:pt modelId="{91F82710-BE32-3D4B-9C71-C5331B19FF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 Plans</a:t>
          </a:r>
        </a:p>
      </dgm:t>
    </dgm:pt>
    <dgm:pt modelId="{EDC106BE-FE96-3645-9217-B1C2EDB97D69}" type="parTrans" cxnId="{CCC89A3E-7FD6-2140-B478-4717506A0D67}">
      <dgm:prSet/>
      <dgm:spPr/>
      <dgm:t>
        <a:bodyPr/>
        <a:lstStyle/>
        <a:p>
          <a:endParaRPr lang="en-US"/>
        </a:p>
      </dgm:t>
    </dgm:pt>
    <dgm:pt modelId="{9223479E-2F3A-754B-BE86-CD4C9CB93FFD}" type="sibTrans" cxnId="{CCC89A3E-7FD6-2140-B478-4717506A0D67}">
      <dgm:prSet/>
      <dgm:spPr/>
      <dgm:t>
        <a:bodyPr/>
        <a:lstStyle/>
        <a:p>
          <a:endParaRPr lang="en-US"/>
        </a:p>
      </dgm:t>
    </dgm:pt>
    <dgm:pt modelId="{3F3B1D5A-3987-AC40-AF8A-15B1680A69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Plans</a:t>
          </a:r>
        </a:p>
      </dgm:t>
    </dgm:pt>
    <dgm:pt modelId="{1D7E3CB1-1FFD-3D4C-8102-1ADD7CAAEE15}" type="parTrans" cxnId="{DC4D3DBB-ECEC-884B-B9FD-18128F9ABA3B}">
      <dgm:prSet/>
      <dgm:spPr/>
      <dgm:t>
        <a:bodyPr/>
        <a:lstStyle/>
        <a:p>
          <a:endParaRPr lang="en-US"/>
        </a:p>
      </dgm:t>
    </dgm:pt>
    <dgm:pt modelId="{A7E3D629-F759-0B4A-A5D1-FD032E0FFDA9}" type="sibTrans" cxnId="{DC4D3DBB-ECEC-884B-B9FD-18128F9ABA3B}">
      <dgm:prSet/>
      <dgm:spPr/>
      <dgm:t>
        <a:bodyPr/>
        <a:lstStyle/>
        <a:p>
          <a:endParaRPr lang="en-US"/>
        </a:p>
      </dgm:t>
    </dgm:pt>
    <dgm:pt modelId="{CB61C2F8-4717-1F4E-8B8F-B05820899B2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Cases</a:t>
          </a:r>
        </a:p>
      </dgm:t>
    </dgm:pt>
    <dgm:pt modelId="{AB4E4420-9260-1A4F-90E2-A909E285073E}" type="parTrans" cxnId="{AD1AB2CA-2F36-394E-B155-771AD472518B}">
      <dgm:prSet/>
      <dgm:spPr/>
      <dgm:t>
        <a:bodyPr/>
        <a:lstStyle/>
        <a:p>
          <a:endParaRPr lang="en-US"/>
        </a:p>
      </dgm:t>
    </dgm:pt>
    <dgm:pt modelId="{30BCCF76-6BCD-2F47-BEE3-5370BE1B9D58}" type="sibTrans" cxnId="{AD1AB2CA-2F36-394E-B155-771AD472518B}">
      <dgm:prSet/>
      <dgm:spPr/>
      <dgm:t>
        <a:bodyPr/>
        <a:lstStyle/>
        <a:p>
          <a:endParaRPr lang="en-US"/>
        </a:p>
      </dgm:t>
    </dgm:pt>
    <dgm:pt modelId="{8C88137A-FB47-6849-AB96-E042C04E93A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</a:t>
          </a:r>
        </a:p>
      </dgm:t>
    </dgm:pt>
    <dgm:pt modelId="{DFCD612F-8B90-F04A-9B84-E640D114B9D4}" type="parTrans" cxnId="{61AF466A-E759-324B-BE3A-F22F2DFB7106}">
      <dgm:prSet/>
      <dgm:spPr/>
      <dgm:t>
        <a:bodyPr/>
        <a:lstStyle/>
        <a:p>
          <a:endParaRPr lang="en-US"/>
        </a:p>
      </dgm:t>
    </dgm:pt>
    <dgm:pt modelId="{836F8D54-0F54-7548-8BB7-F3718F4CCCDB}" type="sibTrans" cxnId="{61AF466A-E759-324B-BE3A-F22F2DFB7106}">
      <dgm:prSet/>
      <dgm:spPr/>
      <dgm:t>
        <a:bodyPr/>
        <a:lstStyle/>
        <a:p>
          <a:endParaRPr lang="en-US"/>
        </a:p>
      </dgm:t>
    </dgm:pt>
    <dgm:pt modelId="{7AB8539C-E848-114A-ACEB-A5D718CA1FB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Testing</a:t>
          </a:r>
        </a:p>
      </dgm:t>
    </dgm:pt>
    <dgm:pt modelId="{08D983F0-B3B5-9D48-A488-7E516045327D}" type="parTrans" cxnId="{02C6DC66-8C7A-A040-954D-0709300A1421}">
      <dgm:prSet/>
      <dgm:spPr/>
      <dgm:t>
        <a:bodyPr/>
        <a:lstStyle/>
        <a:p>
          <a:endParaRPr lang="en-US"/>
        </a:p>
      </dgm:t>
    </dgm:pt>
    <dgm:pt modelId="{DD4859AC-0598-9045-B67F-8C7A8FA02D00}" type="sibTrans" cxnId="{02C6DC66-8C7A-A040-954D-0709300A1421}">
      <dgm:prSet/>
      <dgm:spPr/>
      <dgm:t>
        <a:bodyPr/>
        <a:lstStyle/>
        <a:p>
          <a:endParaRPr lang="en-US"/>
        </a:p>
      </dgm:t>
    </dgm:pt>
    <dgm:pt modelId="{E78953A3-7F01-D843-A46D-AF50935AE038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Reports</a:t>
          </a:r>
        </a:p>
      </dgm:t>
    </dgm:pt>
    <dgm:pt modelId="{21D38BDB-4B32-2240-B1B7-67F252AF925C}" type="parTrans" cxnId="{A61DCE28-25FE-8E45-97D8-C44E43357D99}">
      <dgm:prSet/>
      <dgm:spPr/>
      <dgm:t>
        <a:bodyPr/>
        <a:lstStyle/>
        <a:p>
          <a:endParaRPr lang="en-US"/>
        </a:p>
      </dgm:t>
    </dgm:pt>
    <dgm:pt modelId="{734A9093-79A1-ED4E-8498-F4A22161B161}" type="sibTrans" cxnId="{A61DCE28-25FE-8E45-97D8-C44E43357D99}">
      <dgm:prSet/>
      <dgm:spPr/>
      <dgm:t>
        <a:bodyPr/>
        <a:lstStyle/>
        <a:p>
          <a:endParaRPr lang="en-US"/>
        </a:p>
      </dgm:t>
    </dgm:pt>
    <dgm:pt modelId="{8179F2A2-3BFE-194B-88C5-BAD6E5A073A1}">
      <dgm:prSet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Assessment</a:t>
          </a:r>
        </a:p>
      </dgm:t>
    </dgm:pt>
    <dgm:pt modelId="{1EAB1701-E495-8748-8CE0-99FB822E36CD}" type="sibTrans" cxnId="{982B4330-5C56-584D-8AE8-298D70F2B9BD}">
      <dgm:prSet/>
      <dgm:spPr/>
      <dgm:t>
        <a:bodyPr/>
        <a:lstStyle/>
        <a:p>
          <a:endParaRPr lang="en-US"/>
        </a:p>
      </dgm:t>
    </dgm:pt>
    <dgm:pt modelId="{A9494E38-3C5A-F345-A083-78B3A804FA28}" type="parTrans" cxnId="{982B4330-5C56-584D-8AE8-298D70F2B9BD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2">
        <dgm:presLayoutVars>
          <dgm:chMax val="0"/>
          <dgm:chPref val="0"/>
          <dgm:bulletEnabled val="1"/>
        </dgm:presLayoutVars>
      </dgm:prSet>
      <dgm:spPr/>
    </dgm:pt>
    <dgm:pt modelId="{AEDD22D8-1B9A-5F49-A8EF-BF7F016DADEE}" type="pres">
      <dgm:prSet presAssocID="{1F41853B-C099-1549-855B-A62A19064C53}" presName="parTxOnlySpace" presStyleCnt="0"/>
      <dgm:spPr/>
    </dgm:pt>
    <dgm:pt modelId="{B1BA47BC-0F0D-FA45-9AD4-0D38494B05F4}" type="pres">
      <dgm:prSet presAssocID="{8179F2A2-3BFE-194B-88C5-BAD6E5A073A1}" presName="parTxOnly" presStyleLbl="node1" presStyleIdx="1" presStyleCnt="12">
        <dgm:presLayoutVars>
          <dgm:chMax val="0"/>
          <dgm:chPref val="0"/>
          <dgm:bulletEnabled val="1"/>
        </dgm:presLayoutVars>
      </dgm:prSet>
      <dgm:spPr/>
    </dgm:pt>
    <dgm:pt modelId="{9C350751-7FA4-4F4B-A3B6-52BA491F526D}" type="pres">
      <dgm:prSet presAssocID="{1EAB1701-E495-8748-8CE0-99FB822E36CD}" presName="parTxOnlySpace" presStyleCnt="0"/>
      <dgm:spPr/>
    </dgm:pt>
    <dgm:pt modelId="{0E438F55-0AD6-A94F-9469-2CA709F3A391}" type="pres">
      <dgm:prSet presAssocID="{97F26437-EB91-C941-8948-285AA53CBFE3}" presName="parTxOnly" presStyleLbl="node1" presStyleIdx="2" presStyleCnt="12">
        <dgm:presLayoutVars>
          <dgm:chMax val="0"/>
          <dgm:chPref val="0"/>
          <dgm:bulletEnabled val="1"/>
        </dgm:presLayoutVars>
      </dgm:prSet>
      <dgm:spPr/>
    </dgm:pt>
    <dgm:pt modelId="{01906495-B3BC-C145-8FD6-6BC176A4DA4F}" type="pres">
      <dgm:prSet presAssocID="{EDC0CE01-EB88-C846-8B2C-731C6E538DD8}" presName="parTxOnlySpace" presStyleCnt="0"/>
      <dgm:spPr/>
    </dgm:pt>
    <dgm:pt modelId="{3BA502E2-CAA2-EC45-90DB-2360A508B246}" type="pres">
      <dgm:prSet presAssocID="{F71DB235-0DCC-A84B-A7AB-F30119A59150}" presName="parTxOnly" presStyleLbl="node1" presStyleIdx="3" presStyleCnt="12">
        <dgm:presLayoutVars>
          <dgm:chMax val="0"/>
          <dgm:chPref val="0"/>
          <dgm:bulletEnabled val="1"/>
        </dgm:presLayoutVars>
      </dgm:prSet>
      <dgm:spPr/>
    </dgm:pt>
    <dgm:pt modelId="{3C79F8E2-D82C-AF4E-8604-4015103EC861}" type="pres">
      <dgm:prSet presAssocID="{64C1D361-86D1-A14E-8222-5B37B4C098A5}" presName="parTxOnlySpace" presStyleCnt="0"/>
      <dgm:spPr/>
    </dgm:pt>
    <dgm:pt modelId="{7AD32CBD-7A4D-BA44-9643-D249691B5889}" type="pres">
      <dgm:prSet presAssocID="{07B89EDA-FEDC-EF4A-A2BF-3825B4B182BE}" presName="parTxOnly" presStyleLbl="node1" presStyleIdx="4" presStyleCnt="12">
        <dgm:presLayoutVars>
          <dgm:chMax val="0"/>
          <dgm:chPref val="0"/>
          <dgm:bulletEnabled val="1"/>
        </dgm:presLayoutVars>
      </dgm:prSet>
      <dgm:spPr/>
    </dgm:pt>
    <dgm:pt modelId="{50629EF6-4A22-1745-80F4-0F4E316DF574}" type="pres">
      <dgm:prSet presAssocID="{1EEB9379-30EF-3645-A14F-C204169AD306}" presName="parTxOnlySpace" presStyleCnt="0"/>
      <dgm:spPr/>
    </dgm:pt>
    <dgm:pt modelId="{FBC20F8B-CB96-5A41-A1C4-D3AEA594FF49}" type="pres">
      <dgm:prSet presAssocID="{8EC417A5-5ECA-C642-BD84-33F1B8C929EB}" presName="parTxOnly" presStyleLbl="node1" presStyleIdx="5" presStyleCnt="12">
        <dgm:presLayoutVars>
          <dgm:chMax val="0"/>
          <dgm:chPref val="0"/>
          <dgm:bulletEnabled val="1"/>
        </dgm:presLayoutVars>
      </dgm:prSet>
      <dgm:spPr/>
    </dgm:pt>
    <dgm:pt modelId="{62263960-F59B-464A-878B-C43BFFB0FFB8}" type="pres">
      <dgm:prSet presAssocID="{56328617-8902-D047-9B72-350CE5B73549}" presName="parTxOnlySpace" presStyleCnt="0"/>
      <dgm:spPr/>
    </dgm:pt>
    <dgm:pt modelId="{249B4738-EDE4-ED4B-A309-6878AAF0261C}" type="pres">
      <dgm:prSet presAssocID="{91F82710-BE32-3D4B-9C71-C5331B19FF80}" presName="parTxOnly" presStyleLbl="node1" presStyleIdx="6" presStyleCnt="12">
        <dgm:presLayoutVars>
          <dgm:chMax val="0"/>
          <dgm:chPref val="0"/>
          <dgm:bulletEnabled val="1"/>
        </dgm:presLayoutVars>
      </dgm:prSet>
      <dgm:spPr/>
    </dgm:pt>
    <dgm:pt modelId="{0BD00DC4-0E51-C14E-9053-433AC904BF6F}" type="pres">
      <dgm:prSet presAssocID="{9223479E-2F3A-754B-BE86-CD4C9CB93FFD}" presName="parTxOnlySpace" presStyleCnt="0"/>
      <dgm:spPr/>
    </dgm:pt>
    <dgm:pt modelId="{7FC1DEBC-F4F9-854F-9E20-0C57932D8052}" type="pres">
      <dgm:prSet presAssocID="{3F3B1D5A-3987-AC40-AF8A-15B1680A69BB}" presName="parTxOnly" presStyleLbl="node1" presStyleIdx="7" presStyleCnt="12">
        <dgm:presLayoutVars>
          <dgm:chMax val="0"/>
          <dgm:chPref val="0"/>
          <dgm:bulletEnabled val="1"/>
        </dgm:presLayoutVars>
      </dgm:prSet>
      <dgm:spPr/>
    </dgm:pt>
    <dgm:pt modelId="{748DC326-5658-6047-AE99-7AA7AA52A126}" type="pres">
      <dgm:prSet presAssocID="{A7E3D629-F759-0B4A-A5D1-FD032E0FFDA9}" presName="parTxOnlySpace" presStyleCnt="0"/>
      <dgm:spPr/>
    </dgm:pt>
    <dgm:pt modelId="{B58CF005-4B43-404F-A643-1100E2CF81FF}" type="pres">
      <dgm:prSet presAssocID="{CB61C2F8-4717-1F4E-8B8F-B05820899B2D}" presName="parTxOnly" presStyleLbl="node1" presStyleIdx="8" presStyleCnt="12">
        <dgm:presLayoutVars>
          <dgm:chMax val="0"/>
          <dgm:chPref val="0"/>
          <dgm:bulletEnabled val="1"/>
        </dgm:presLayoutVars>
      </dgm:prSet>
      <dgm:spPr/>
    </dgm:pt>
    <dgm:pt modelId="{5EC0042B-C20B-FC4A-B560-10BBA34B2CDA}" type="pres">
      <dgm:prSet presAssocID="{30BCCF76-6BCD-2F47-BEE3-5370BE1B9D58}" presName="parTxOnlySpace" presStyleCnt="0"/>
      <dgm:spPr/>
    </dgm:pt>
    <dgm:pt modelId="{D3155EBB-4AB3-9044-830F-968F5A0CCC14}" type="pres">
      <dgm:prSet presAssocID="{8C88137A-FB47-6849-AB96-E042C04E93AC}" presName="parTxOnly" presStyleLbl="node1" presStyleIdx="9" presStyleCnt="12">
        <dgm:presLayoutVars>
          <dgm:chMax val="0"/>
          <dgm:chPref val="0"/>
          <dgm:bulletEnabled val="1"/>
        </dgm:presLayoutVars>
      </dgm:prSet>
      <dgm:spPr/>
    </dgm:pt>
    <dgm:pt modelId="{CEF6C9BE-8CFB-D54A-93BE-C057CA6624BF}" type="pres">
      <dgm:prSet presAssocID="{836F8D54-0F54-7548-8BB7-F3718F4CCCDB}" presName="parTxOnlySpace" presStyleCnt="0"/>
      <dgm:spPr/>
    </dgm:pt>
    <dgm:pt modelId="{ED23E062-CC08-4E42-B04F-F2F15BDA8DA9}" type="pres">
      <dgm:prSet presAssocID="{7AB8539C-E848-114A-ACEB-A5D718CA1FBE}" presName="parTxOnly" presStyleLbl="node1" presStyleIdx="10" presStyleCnt="12">
        <dgm:presLayoutVars>
          <dgm:chMax val="0"/>
          <dgm:chPref val="0"/>
          <dgm:bulletEnabled val="1"/>
        </dgm:presLayoutVars>
      </dgm:prSet>
      <dgm:spPr/>
    </dgm:pt>
    <dgm:pt modelId="{334AA6BA-E7C9-1A4D-A50C-3F7B80422562}" type="pres">
      <dgm:prSet presAssocID="{DD4859AC-0598-9045-B67F-8C7A8FA02D00}" presName="parTxOnlySpace" presStyleCnt="0"/>
      <dgm:spPr/>
    </dgm:pt>
    <dgm:pt modelId="{14380ECD-5DE7-9B4E-B007-8EC6BE6A58F0}" type="pres">
      <dgm:prSet presAssocID="{E78953A3-7F01-D843-A46D-AF50935AE038}" presName="parTxOnly" presStyleLbl="node1" presStyleIdx="11" presStyleCnt="12">
        <dgm:presLayoutVars>
          <dgm:chMax val="0"/>
          <dgm:chPref val="0"/>
          <dgm:bulletEnabled val="1"/>
        </dgm:presLayoutVars>
      </dgm:prSet>
      <dgm:spPr/>
    </dgm:pt>
  </dgm:ptLst>
  <dgm:cxnLst>
    <dgm:cxn modelId="{C05F3A0A-5659-2941-8F88-1AC502A0A31C}" srcId="{383B49E7-060F-644C-BC5D-5430754D0192}" destId="{8EC417A5-5ECA-C642-BD84-33F1B8C929EB}" srcOrd="5" destOrd="0" parTransId="{E05B9C70-9B70-0F47-BC9E-882FE9B85365}" sibTransId="{56328617-8902-D047-9B72-350CE5B73549}"/>
    <dgm:cxn modelId="{644A940B-55CC-2343-B4D8-15237CF9B04E}" type="presOf" srcId="{3F3B1D5A-3987-AC40-AF8A-15B1680A69BB}" destId="{7FC1DEBC-F4F9-854F-9E20-0C57932D8052}" srcOrd="0" destOrd="0" presId="urn:microsoft.com/office/officeart/2005/8/layout/chevron1"/>
    <dgm:cxn modelId="{EF1B8C26-F5B5-A143-AD69-9595F4DDC5E4}" type="presOf" srcId="{8179F2A2-3BFE-194B-88C5-BAD6E5A073A1}" destId="{B1BA47BC-0F0D-FA45-9AD4-0D38494B05F4}" srcOrd="0" destOrd="0" presId="urn:microsoft.com/office/officeart/2005/8/layout/chevron1"/>
    <dgm:cxn modelId="{A61DCE28-25FE-8E45-97D8-C44E43357D99}" srcId="{383B49E7-060F-644C-BC5D-5430754D0192}" destId="{E78953A3-7F01-D843-A46D-AF50935AE038}" srcOrd="11" destOrd="0" parTransId="{21D38BDB-4B32-2240-B1B7-67F252AF925C}" sibTransId="{734A9093-79A1-ED4E-8498-F4A22161B161}"/>
    <dgm:cxn modelId="{982B4330-5C56-584D-8AE8-298D70F2B9BD}" srcId="{383B49E7-060F-644C-BC5D-5430754D0192}" destId="{8179F2A2-3BFE-194B-88C5-BAD6E5A073A1}" srcOrd="1" destOrd="0" parTransId="{A9494E38-3C5A-F345-A083-78B3A804FA28}" sibTransId="{1EAB1701-E495-8748-8CE0-99FB822E36CD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C8028D3E-0B71-654B-B094-8FC0ED5CFC6F}" type="presOf" srcId="{F71DB235-0DCC-A84B-A7AB-F30119A59150}" destId="{3BA502E2-CAA2-EC45-90DB-2360A508B246}" srcOrd="0" destOrd="0" presId="urn:microsoft.com/office/officeart/2005/8/layout/chevron1"/>
    <dgm:cxn modelId="{CCC89A3E-7FD6-2140-B478-4717506A0D67}" srcId="{383B49E7-060F-644C-BC5D-5430754D0192}" destId="{91F82710-BE32-3D4B-9C71-C5331B19FF80}" srcOrd="6" destOrd="0" parTransId="{EDC106BE-FE96-3645-9217-B1C2EDB97D69}" sibTransId="{9223479E-2F3A-754B-BE86-CD4C9CB93FFD}"/>
    <dgm:cxn modelId="{F718814F-ED40-4643-B715-2BE034D6EC0B}" type="presOf" srcId="{CB61C2F8-4717-1F4E-8B8F-B05820899B2D}" destId="{B58CF005-4B43-404F-A643-1100E2CF81FF}" srcOrd="0" destOrd="0" presId="urn:microsoft.com/office/officeart/2005/8/layout/chevron1"/>
    <dgm:cxn modelId="{B8BB7F53-4ACC-4A4A-8AD2-E12733E47998}" type="presOf" srcId="{97F26437-EB91-C941-8948-285AA53CBFE3}" destId="{0E438F55-0AD6-A94F-9469-2CA709F3A391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02C6DC66-8C7A-A040-954D-0709300A1421}" srcId="{383B49E7-060F-644C-BC5D-5430754D0192}" destId="{7AB8539C-E848-114A-ACEB-A5D718CA1FBE}" srcOrd="10" destOrd="0" parTransId="{08D983F0-B3B5-9D48-A488-7E516045327D}" sibTransId="{DD4859AC-0598-9045-B67F-8C7A8FA02D00}"/>
    <dgm:cxn modelId="{61AF466A-E759-324B-BE3A-F22F2DFB7106}" srcId="{383B49E7-060F-644C-BC5D-5430754D0192}" destId="{8C88137A-FB47-6849-AB96-E042C04E93AC}" srcOrd="9" destOrd="0" parTransId="{DFCD612F-8B90-F04A-9B84-E640D114B9D4}" sibTransId="{836F8D54-0F54-7548-8BB7-F3718F4CCCDB}"/>
    <dgm:cxn modelId="{C37D7773-4CF6-2E4D-894B-1D0F3D40093A}" type="presOf" srcId="{8EC417A5-5ECA-C642-BD84-33F1B8C929EB}" destId="{FBC20F8B-CB96-5A41-A1C4-D3AEA594FF49}" srcOrd="0" destOrd="0" presId="urn:microsoft.com/office/officeart/2005/8/layout/chevron1"/>
    <dgm:cxn modelId="{0B384E75-A29B-294C-9F82-B524A0804350}" type="presOf" srcId="{E78953A3-7F01-D843-A46D-AF50935AE038}" destId="{14380ECD-5DE7-9B4E-B007-8EC6BE6A58F0}" srcOrd="0" destOrd="0" presId="urn:microsoft.com/office/officeart/2005/8/layout/chevron1"/>
    <dgm:cxn modelId="{F4E68A7A-3D51-7D49-8DBB-9803B3F7CB66}" type="presOf" srcId="{7AB8539C-E848-114A-ACEB-A5D718CA1FBE}" destId="{ED23E062-CC08-4E42-B04F-F2F15BDA8DA9}" srcOrd="0" destOrd="0" presId="urn:microsoft.com/office/officeart/2005/8/layout/chevron1"/>
    <dgm:cxn modelId="{BE1FCD7B-3F7D-FE4D-AB6E-D95D78A8E35D}" srcId="{383B49E7-060F-644C-BC5D-5430754D0192}" destId="{F71DB235-0DCC-A84B-A7AB-F30119A59150}" srcOrd="3" destOrd="0" parTransId="{E5FF5F4F-25C7-FF4F-82F8-2A69E4A3EE82}" sibTransId="{64C1D361-86D1-A14E-8222-5B37B4C098A5}"/>
    <dgm:cxn modelId="{A3825682-2DC5-7943-B118-FE593E849708}" type="presOf" srcId="{07B89EDA-FEDC-EF4A-A2BF-3825B4B182BE}" destId="{7AD32CBD-7A4D-BA44-9643-D249691B5889}" srcOrd="0" destOrd="0" presId="urn:microsoft.com/office/officeart/2005/8/layout/chevron1"/>
    <dgm:cxn modelId="{06281C9B-EC5C-BD44-B5BF-D7240718C49B}" type="presOf" srcId="{55A9B451-4544-CD40-86CF-64B74C06A8CF}" destId="{98AD1763-7433-B141-B056-738A5FA7D5DD}" srcOrd="0" destOrd="0" presId="urn:microsoft.com/office/officeart/2005/8/layout/chevron1"/>
    <dgm:cxn modelId="{B1F354AF-2517-D643-BD9F-4E6E1597FA3D}" srcId="{383B49E7-060F-644C-BC5D-5430754D0192}" destId="{97F26437-EB91-C941-8948-285AA53CBFE3}" srcOrd="2" destOrd="0" parTransId="{C6A6C469-862E-9340-92BD-B09588B78FAF}" sibTransId="{EDC0CE01-EB88-C846-8B2C-731C6E538DD8}"/>
    <dgm:cxn modelId="{DC4D3DBB-ECEC-884B-B9FD-18128F9ABA3B}" srcId="{383B49E7-060F-644C-BC5D-5430754D0192}" destId="{3F3B1D5A-3987-AC40-AF8A-15B1680A69BB}" srcOrd="7" destOrd="0" parTransId="{1D7E3CB1-1FFD-3D4C-8102-1ADD7CAAEE15}" sibTransId="{A7E3D629-F759-0B4A-A5D1-FD032E0FFDA9}"/>
    <dgm:cxn modelId="{AD1AB2CA-2F36-394E-B155-771AD472518B}" srcId="{383B49E7-060F-644C-BC5D-5430754D0192}" destId="{CB61C2F8-4717-1F4E-8B8F-B05820899B2D}" srcOrd="8" destOrd="0" parTransId="{AB4E4420-9260-1A4F-90E2-A909E285073E}" sibTransId="{30BCCF76-6BCD-2F47-BEE3-5370BE1B9D58}"/>
    <dgm:cxn modelId="{F7C02DCF-ABCB-5345-B95F-8A4A9E1057D0}" srcId="{383B49E7-060F-644C-BC5D-5430754D0192}" destId="{07B89EDA-FEDC-EF4A-A2BF-3825B4B182BE}" srcOrd="4" destOrd="0" parTransId="{AB099CFD-F311-5E45-8DA9-AFC1E2B6233C}" sibTransId="{1EEB9379-30EF-3645-A14F-C204169AD306}"/>
    <dgm:cxn modelId="{E6B05DD5-B3A9-B541-A1E9-7988C8C6DCA4}" type="presOf" srcId="{8C88137A-FB47-6849-AB96-E042C04E93AC}" destId="{D3155EBB-4AB3-9044-830F-968F5A0CCC14}" srcOrd="0" destOrd="0" presId="urn:microsoft.com/office/officeart/2005/8/layout/chevron1"/>
    <dgm:cxn modelId="{F21352F1-4913-8247-A409-71B781866AA3}" type="presOf" srcId="{91F82710-BE32-3D4B-9C71-C5331B19FF80}" destId="{249B4738-EDE4-ED4B-A309-6878AAF0261C}" srcOrd="0" destOrd="0" presId="urn:microsoft.com/office/officeart/2005/8/layout/chevron1"/>
    <dgm:cxn modelId="{7D3170D2-D39B-B641-8FA6-017A8A5FED80}" type="presParOf" srcId="{1DB3B44C-7467-AE4D-9230-CD12A1D6E611}" destId="{98AD1763-7433-B141-B056-738A5FA7D5DD}" srcOrd="0" destOrd="0" presId="urn:microsoft.com/office/officeart/2005/8/layout/chevron1"/>
    <dgm:cxn modelId="{3FEBF428-7FD6-A345-AE2F-239F880FAF65}" type="presParOf" srcId="{1DB3B44C-7467-AE4D-9230-CD12A1D6E611}" destId="{AEDD22D8-1B9A-5F49-A8EF-BF7F016DADEE}" srcOrd="1" destOrd="0" presId="urn:microsoft.com/office/officeart/2005/8/layout/chevron1"/>
    <dgm:cxn modelId="{70E42528-83E8-BF4E-8BAB-0D56E0BC41C3}" type="presParOf" srcId="{1DB3B44C-7467-AE4D-9230-CD12A1D6E611}" destId="{B1BA47BC-0F0D-FA45-9AD4-0D38494B05F4}" srcOrd="2" destOrd="0" presId="urn:microsoft.com/office/officeart/2005/8/layout/chevron1"/>
    <dgm:cxn modelId="{89B9338E-79E9-EC4C-8991-946985913C7B}" type="presParOf" srcId="{1DB3B44C-7467-AE4D-9230-CD12A1D6E611}" destId="{9C350751-7FA4-4F4B-A3B6-52BA491F526D}" srcOrd="3" destOrd="0" presId="urn:microsoft.com/office/officeart/2005/8/layout/chevron1"/>
    <dgm:cxn modelId="{4214EB5F-5BA2-9B47-BB27-67033161F92D}" type="presParOf" srcId="{1DB3B44C-7467-AE4D-9230-CD12A1D6E611}" destId="{0E438F55-0AD6-A94F-9469-2CA709F3A391}" srcOrd="4" destOrd="0" presId="urn:microsoft.com/office/officeart/2005/8/layout/chevron1"/>
    <dgm:cxn modelId="{EADE1F64-480E-A84A-9888-A69A12C6E82B}" type="presParOf" srcId="{1DB3B44C-7467-AE4D-9230-CD12A1D6E611}" destId="{01906495-B3BC-C145-8FD6-6BC176A4DA4F}" srcOrd="5" destOrd="0" presId="urn:microsoft.com/office/officeart/2005/8/layout/chevron1"/>
    <dgm:cxn modelId="{E0302FCF-D088-334C-905A-0EF1614C61F0}" type="presParOf" srcId="{1DB3B44C-7467-AE4D-9230-CD12A1D6E611}" destId="{3BA502E2-CAA2-EC45-90DB-2360A508B246}" srcOrd="6" destOrd="0" presId="urn:microsoft.com/office/officeart/2005/8/layout/chevron1"/>
    <dgm:cxn modelId="{D99B4A3B-BBF0-BE4C-87B4-5A5F24B21F69}" type="presParOf" srcId="{1DB3B44C-7467-AE4D-9230-CD12A1D6E611}" destId="{3C79F8E2-D82C-AF4E-8604-4015103EC861}" srcOrd="7" destOrd="0" presId="urn:microsoft.com/office/officeart/2005/8/layout/chevron1"/>
    <dgm:cxn modelId="{3FD2C79C-5FCE-AB45-8A82-D285B45CE63E}" type="presParOf" srcId="{1DB3B44C-7467-AE4D-9230-CD12A1D6E611}" destId="{7AD32CBD-7A4D-BA44-9643-D249691B5889}" srcOrd="8" destOrd="0" presId="urn:microsoft.com/office/officeart/2005/8/layout/chevron1"/>
    <dgm:cxn modelId="{01E69B91-CB3F-EB43-9B93-8A5BC47601B2}" type="presParOf" srcId="{1DB3B44C-7467-AE4D-9230-CD12A1D6E611}" destId="{50629EF6-4A22-1745-80F4-0F4E316DF574}" srcOrd="9" destOrd="0" presId="urn:microsoft.com/office/officeart/2005/8/layout/chevron1"/>
    <dgm:cxn modelId="{75971728-EEF0-9344-AE0B-0DAADB63C9C3}" type="presParOf" srcId="{1DB3B44C-7467-AE4D-9230-CD12A1D6E611}" destId="{FBC20F8B-CB96-5A41-A1C4-D3AEA594FF49}" srcOrd="10" destOrd="0" presId="urn:microsoft.com/office/officeart/2005/8/layout/chevron1"/>
    <dgm:cxn modelId="{938CCA80-94F6-E94F-94E3-F0DDDA0F8C2F}" type="presParOf" srcId="{1DB3B44C-7467-AE4D-9230-CD12A1D6E611}" destId="{62263960-F59B-464A-878B-C43BFFB0FFB8}" srcOrd="11" destOrd="0" presId="urn:microsoft.com/office/officeart/2005/8/layout/chevron1"/>
    <dgm:cxn modelId="{2F8E4F74-913C-A148-B95F-BCEA864BE2DD}" type="presParOf" srcId="{1DB3B44C-7467-AE4D-9230-CD12A1D6E611}" destId="{249B4738-EDE4-ED4B-A309-6878AAF0261C}" srcOrd="12" destOrd="0" presId="urn:microsoft.com/office/officeart/2005/8/layout/chevron1"/>
    <dgm:cxn modelId="{0718D082-F22D-A246-98EE-44D7BDC38497}" type="presParOf" srcId="{1DB3B44C-7467-AE4D-9230-CD12A1D6E611}" destId="{0BD00DC4-0E51-C14E-9053-433AC904BF6F}" srcOrd="13" destOrd="0" presId="urn:microsoft.com/office/officeart/2005/8/layout/chevron1"/>
    <dgm:cxn modelId="{B6396910-21AA-8C47-B943-B3A530E66011}" type="presParOf" srcId="{1DB3B44C-7467-AE4D-9230-CD12A1D6E611}" destId="{7FC1DEBC-F4F9-854F-9E20-0C57932D8052}" srcOrd="14" destOrd="0" presId="urn:microsoft.com/office/officeart/2005/8/layout/chevron1"/>
    <dgm:cxn modelId="{1613DC01-57C3-0F46-8C52-69BF5493D5B3}" type="presParOf" srcId="{1DB3B44C-7467-AE4D-9230-CD12A1D6E611}" destId="{748DC326-5658-6047-AE99-7AA7AA52A126}" srcOrd="15" destOrd="0" presId="urn:microsoft.com/office/officeart/2005/8/layout/chevron1"/>
    <dgm:cxn modelId="{5B4D19D2-D795-F14C-8203-6F79CF2E7442}" type="presParOf" srcId="{1DB3B44C-7467-AE4D-9230-CD12A1D6E611}" destId="{B58CF005-4B43-404F-A643-1100E2CF81FF}" srcOrd="16" destOrd="0" presId="urn:microsoft.com/office/officeart/2005/8/layout/chevron1"/>
    <dgm:cxn modelId="{5BB02F4A-51F1-FB48-B087-A98BAA6A4DDF}" type="presParOf" srcId="{1DB3B44C-7467-AE4D-9230-CD12A1D6E611}" destId="{5EC0042B-C20B-FC4A-B560-10BBA34B2CDA}" srcOrd="17" destOrd="0" presId="urn:microsoft.com/office/officeart/2005/8/layout/chevron1"/>
    <dgm:cxn modelId="{79919DF4-A4FF-B44F-8711-060CAF543C65}" type="presParOf" srcId="{1DB3B44C-7467-AE4D-9230-CD12A1D6E611}" destId="{D3155EBB-4AB3-9044-830F-968F5A0CCC14}" srcOrd="18" destOrd="0" presId="urn:microsoft.com/office/officeart/2005/8/layout/chevron1"/>
    <dgm:cxn modelId="{16983F47-3041-B948-AC2F-3869B7A5B58D}" type="presParOf" srcId="{1DB3B44C-7467-AE4D-9230-CD12A1D6E611}" destId="{CEF6C9BE-8CFB-D54A-93BE-C057CA6624BF}" srcOrd="19" destOrd="0" presId="urn:microsoft.com/office/officeart/2005/8/layout/chevron1"/>
    <dgm:cxn modelId="{B3223BA9-6082-5346-9DA7-600EA8C9932C}" type="presParOf" srcId="{1DB3B44C-7467-AE4D-9230-CD12A1D6E611}" destId="{ED23E062-CC08-4E42-B04F-F2F15BDA8DA9}" srcOrd="20" destOrd="0" presId="urn:microsoft.com/office/officeart/2005/8/layout/chevron1"/>
    <dgm:cxn modelId="{FC0C3235-02B1-2D41-A6B2-5928096E2B9B}" type="presParOf" srcId="{1DB3B44C-7467-AE4D-9230-CD12A1D6E611}" destId="{334AA6BA-E7C9-1A4D-A50C-3F7B80422562}" srcOrd="21" destOrd="0" presId="urn:microsoft.com/office/officeart/2005/8/layout/chevron1"/>
    <dgm:cxn modelId="{5B877B3C-22D5-5D44-A547-37B17CBDFEAE}" type="presParOf" srcId="{1DB3B44C-7467-AE4D-9230-CD12A1D6E611}" destId="{14380ECD-5DE7-9B4E-B007-8EC6BE6A58F0}" srcOrd="2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Requirements Gathering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97F26437-EB91-C941-8948-285AA53CBFE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SRD</a:t>
          </a:r>
        </a:p>
      </dgm:t>
    </dgm:pt>
    <dgm:pt modelId="{C6A6C469-862E-9340-92BD-B09588B78FAF}" type="parTrans" cxnId="{B1F354AF-2517-D643-BD9F-4E6E1597FA3D}">
      <dgm:prSet/>
      <dgm:spPr/>
      <dgm:t>
        <a:bodyPr/>
        <a:lstStyle/>
        <a:p>
          <a:endParaRPr lang="en-US"/>
        </a:p>
      </dgm:t>
    </dgm:pt>
    <dgm:pt modelId="{EDC0CE01-EB88-C846-8B2C-731C6E538DD8}" type="sibTrans" cxnId="{B1F354AF-2517-D643-BD9F-4E6E1597FA3D}">
      <dgm:prSet/>
      <dgm:spPr/>
      <dgm:t>
        <a:bodyPr/>
        <a:lstStyle/>
        <a:p>
          <a:endParaRPr lang="en-US"/>
        </a:p>
      </dgm:t>
    </dgm:pt>
    <dgm:pt modelId="{F71DB235-0DCC-A84B-A7AB-F30119A5915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Network Design</a:t>
          </a:r>
        </a:p>
      </dgm:t>
    </dgm:pt>
    <dgm:pt modelId="{E5FF5F4F-25C7-FF4F-82F8-2A69E4A3EE82}" type="parTrans" cxnId="{BE1FCD7B-3F7D-FE4D-AB6E-D95D78A8E35D}">
      <dgm:prSet/>
      <dgm:spPr/>
      <dgm:t>
        <a:bodyPr/>
        <a:lstStyle/>
        <a:p>
          <a:endParaRPr lang="en-US"/>
        </a:p>
      </dgm:t>
    </dgm:pt>
    <dgm:pt modelId="{64C1D361-86D1-A14E-8222-5B37B4C098A5}" type="sibTrans" cxnId="{BE1FCD7B-3F7D-FE4D-AB6E-D95D78A8E35D}">
      <dgm:prSet/>
      <dgm:spPr/>
      <dgm:t>
        <a:bodyPr/>
        <a:lstStyle/>
        <a:p>
          <a:endParaRPr lang="en-US"/>
        </a:p>
      </dgm:t>
    </dgm:pt>
    <dgm:pt modelId="{07B89EDA-FEDC-EF4A-A2BF-3825B4B182B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SDD</a:t>
          </a:r>
        </a:p>
      </dgm:t>
    </dgm:pt>
    <dgm:pt modelId="{AB099CFD-F311-5E45-8DA9-AFC1E2B6233C}" type="parTrans" cxnId="{F7C02DCF-ABCB-5345-B95F-8A4A9E1057D0}">
      <dgm:prSet/>
      <dgm:spPr/>
      <dgm:t>
        <a:bodyPr/>
        <a:lstStyle/>
        <a:p>
          <a:endParaRPr lang="en-US"/>
        </a:p>
      </dgm:t>
    </dgm:pt>
    <dgm:pt modelId="{1EEB9379-30EF-3645-A14F-C204169AD306}" type="sibTrans" cxnId="{F7C02DCF-ABCB-5345-B95F-8A4A9E1057D0}">
      <dgm:prSet/>
      <dgm:spPr/>
      <dgm:t>
        <a:bodyPr/>
        <a:lstStyle/>
        <a:p>
          <a:endParaRPr lang="en-US"/>
        </a:p>
      </dgm:t>
    </dgm:pt>
    <dgm:pt modelId="{8EC417A5-5ECA-C642-BD84-33F1B8C929EB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Migration Strategy</a:t>
          </a:r>
        </a:p>
      </dgm:t>
    </dgm:pt>
    <dgm:pt modelId="{E05B9C70-9B70-0F47-BC9E-882FE9B85365}" type="parTrans" cxnId="{C05F3A0A-5659-2941-8F88-1AC502A0A31C}">
      <dgm:prSet/>
      <dgm:spPr/>
      <dgm:t>
        <a:bodyPr/>
        <a:lstStyle/>
        <a:p>
          <a:endParaRPr lang="en-US"/>
        </a:p>
      </dgm:t>
    </dgm:pt>
    <dgm:pt modelId="{56328617-8902-D047-9B72-350CE5B73549}" type="sibTrans" cxnId="{C05F3A0A-5659-2941-8F88-1AC502A0A31C}">
      <dgm:prSet/>
      <dgm:spPr/>
      <dgm:t>
        <a:bodyPr/>
        <a:lstStyle/>
        <a:p>
          <a:endParaRPr lang="en-US"/>
        </a:p>
      </dgm:t>
    </dgm:pt>
    <dgm:pt modelId="{91F82710-BE32-3D4B-9C71-C5331B19FF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 Plans</a:t>
          </a:r>
        </a:p>
      </dgm:t>
    </dgm:pt>
    <dgm:pt modelId="{EDC106BE-FE96-3645-9217-B1C2EDB97D69}" type="parTrans" cxnId="{CCC89A3E-7FD6-2140-B478-4717506A0D67}">
      <dgm:prSet/>
      <dgm:spPr/>
      <dgm:t>
        <a:bodyPr/>
        <a:lstStyle/>
        <a:p>
          <a:endParaRPr lang="en-US"/>
        </a:p>
      </dgm:t>
    </dgm:pt>
    <dgm:pt modelId="{9223479E-2F3A-754B-BE86-CD4C9CB93FFD}" type="sibTrans" cxnId="{CCC89A3E-7FD6-2140-B478-4717506A0D67}">
      <dgm:prSet/>
      <dgm:spPr/>
      <dgm:t>
        <a:bodyPr/>
        <a:lstStyle/>
        <a:p>
          <a:endParaRPr lang="en-US"/>
        </a:p>
      </dgm:t>
    </dgm:pt>
    <dgm:pt modelId="{3F3B1D5A-3987-AC40-AF8A-15B1680A69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Plans</a:t>
          </a:r>
        </a:p>
      </dgm:t>
    </dgm:pt>
    <dgm:pt modelId="{1D7E3CB1-1FFD-3D4C-8102-1ADD7CAAEE15}" type="parTrans" cxnId="{DC4D3DBB-ECEC-884B-B9FD-18128F9ABA3B}">
      <dgm:prSet/>
      <dgm:spPr/>
      <dgm:t>
        <a:bodyPr/>
        <a:lstStyle/>
        <a:p>
          <a:endParaRPr lang="en-US"/>
        </a:p>
      </dgm:t>
    </dgm:pt>
    <dgm:pt modelId="{A7E3D629-F759-0B4A-A5D1-FD032E0FFDA9}" type="sibTrans" cxnId="{DC4D3DBB-ECEC-884B-B9FD-18128F9ABA3B}">
      <dgm:prSet/>
      <dgm:spPr/>
      <dgm:t>
        <a:bodyPr/>
        <a:lstStyle/>
        <a:p>
          <a:endParaRPr lang="en-US"/>
        </a:p>
      </dgm:t>
    </dgm:pt>
    <dgm:pt modelId="{CB61C2F8-4717-1F4E-8B8F-B05820899B2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Cases</a:t>
          </a:r>
        </a:p>
      </dgm:t>
    </dgm:pt>
    <dgm:pt modelId="{AB4E4420-9260-1A4F-90E2-A909E285073E}" type="parTrans" cxnId="{AD1AB2CA-2F36-394E-B155-771AD472518B}">
      <dgm:prSet/>
      <dgm:spPr/>
      <dgm:t>
        <a:bodyPr/>
        <a:lstStyle/>
        <a:p>
          <a:endParaRPr lang="en-US"/>
        </a:p>
      </dgm:t>
    </dgm:pt>
    <dgm:pt modelId="{30BCCF76-6BCD-2F47-BEE3-5370BE1B9D58}" type="sibTrans" cxnId="{AD1AB2CA-2F36-394E-B155-771AD472518B}">
      <dgm:prSet/>
      <dgm:spPr/>
      <dgm:t>
        <a:bodyPr/>
        <a:lstStyle/>
        <a:p>
          <a:endParaRPr lang="en-US"/>
        </a:p>
      </dgm:t>
    </dgm:pt>
    <dgm:pt modelId="{8C88137A-FB47-6849-AB96-E042C04E93A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Production Implementation</a:t>
          </a:r>
        </a:p>
      </dgm:t>
    </dgm:pt>
    <dgm:pt modelId="{DFCD612F-8B90-F04A-9B84-E640D114B9D4}" type="parTrans" cxnId="{61AF466A-E759-324B-BE3A-F22F2DFB7106}">
      <dgm:prSet/>
      <dgm:spPr/>
      <dgm:t>
        <a:bodyPr/>
        <a:lstStyle/>
        <a:p>
          <a:endParaRPr lang="en-US"/>
        </a:p>
      </dgm:t>
    </dgm:pt>
    <dgm:pt modelId="{836F8D54-0F54-7548-8BB7-F3718F4CCCDB}" type="sibTrans" cxnId="{61AF466A-E759-324B-BE3A-F22F2DFB7106}">
      <dgm:prSet/>
      <dgm:spPr/>
      <dgm:t>
        <a:bodyPr/>
        <a:lstStyle/>
        <a:p>
          <a:endParaRPr lang="en-US"/>
        </a:p>
      </dgm:t>
    </dgm:pt>
    <dgm:pt modelId="{7AB8539C-E848-114A-ACEB-A5D718CA1FB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Testing</a:t>
          </a:r>
        </a:p>
      </dgm:t>
    </dgm:pt>
    <dgm:pt modelId="{08D983F0-B3B5-9D48-A488-7E516045327D}" type="parTrans" cxnId="{02C6DC66-8C7A-A040-954D-0709300A1421}">
      <dgm:prSet/>
      <dgm:spPr/>
      <dgm:t>
        <a:bodyPr/>
        <a:lstStyle/>
        <a:p>
          <a:endParaRPr lang="en-US"/>
        </a:p>
      </dgm:t>
    </dgm:pt>
    <dgm:pt modelId="{DD4859AC-0598-9045-B67F-8C7A8FA02D00}" type="sibTrans" cxnId="{02C6DC66-8C7A-A040-954D-0709300A1421}">
      <dgm:prSet/>
      <dgm:spPr/>
      <dgm:t>
        <a:bodyPr/>
        <a:lstStyle/>
        <a:p>
          <a:endParaRPr lang="en-US"/>
        </a:p>
      </dgm:t>
    </dgm:pt>
    <dgm:pt modelId="{E78953A3-7F01-D843-A46D-AF50935AE038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Reports</a:t>
          </a:r>
        </a:p>
      </dgm:t>
    </dgm:pt>
    <dgm:pt modelId="{21D38BDB-4B32-2240-B1B7-67F252AF925C}" type="parTrans" cxnId="{A61DCE28-25FE-8E45-97D8-C44E43357D99}">
      <dgm:prSet/>
      <dgm:spPr/>
      <dgm:t>
        <a:bodyPr/>
        <a:lstStyle/>
        <a:p>
          <a:endParaRPr lang="en-US"/>
        </a:p>
      </dgm:t>
    </dgm:pt>
    <dgm:pt modelId="{734A9093-79A1-ED4E-8498-F4A22161B161}" type="sibTrans" cxnId="{A61DCE28-25FE-8E45-97D8-C44E43357D99}">
      <dgm:prSet/>
      <dgm:spPr/>
      <dgm:t>
        <a:bodyPr/>
        <a:lstStyle/>
        <a:p>
          <a:endParaRPr lang="en-US"/>
        </a:p>
      </dgm:t>
    </dgm:pt>
    <dgm:pt modelId="{8179F2A2-3BFE-194B-88C5-BAD6E5A073A1}">
      <dgm:prSet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Technology Assessment</a:t>
          </a:r>
        </a:p>
      </dgm:t>
    </dgm:pt>
    <dgm:pt modelId="{A9494E38-3C5A-F345-A083-78B3A804FA28}" type="parTrans" cxnId="{982B4330-5C56-584D-8AE8-298D70F2B9BD}">
      <dgm:prSet/>
      <dgm:spPr/>
      <dgm:t>
        <a:bodyPr/>
        <a:lstStyle/>
        <a:p>
          <a:endParaRPr lang="en-US"/>
        </a:p>
      </dgm:t>
    </dgm:pt>
    <dgm:pt modelId="{1EAB1701-E495-8748-8CE0-99FB822E36CD}" type="sibTrans" cxnId="{982B4330-5C56-584D-8AE8-298D70F2B9BD}">
      <dgm:prSet/>
      <dgm:spPr/>
      <dgm:t>
        <a:bodyPr/>
        <a:lstStyle/>
        <a:p>
          <a:endParaRPr lang="en-US"/>
        </a:p>
      </dgm:t>
    </dgm:pt>
    <dgm:pt modelId="{BA50D275-8F4F-C349-B3A0-CCDCF2BD1C78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Assessment</a:t>
          </a:r>
        </a:p>
      </dgm:t>
    </dgm:pt>
    <dgm:pt modelId="{D85A3E4F-5789-4741-B4B6-8B2F8B429ACF}" type="parTrans" cxnId="{2DC7FE16-53FB-2F40-ADEA-8BC71008CF93}">
      <dgm:prSet/>
      <dgm:spPr/>
      <dgm:t>
        <a:bodyPr/>
        <a:lstStyle/>
        <a:p>
          <a:endParaRPr lang="en-US"/>
        </a:p>
      </dgm:t>
    </dgm:pt>
    <dgm:pt modelId="{AC2D157D-4959-7D4A-A2B2-77A7A79E359A}" type="sibTrans" cxnId="{2DC7FE16-53FB-2F40-ADEA-8BC71008CF93}">
      <dgm:prSet/>
      <dgm:spPr/>
      <dgm:t>
        <a:bodyPr/>
        <a:lstStyle/>
        <a:p>
          <a:endParaRPr lang="en-US"/>
        </a:p>
      </dgm:t>
    </dgm:pt>
    <dgm:pt modelId="{B4342578-ED3C-3A41-92D4-B7341347451C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Lab build</a:t>
          </a:r>
        </a:p>
      </dgm:t>
    </dgm:pt>
    <dgm:pt modelId="{133BADAA-5036-874D-8356-05C2BFA251E7}" type="parTrans" cxnId="{4578A2BF-913F-4946-805B-A247D3514B60}">
      <dgm:prSet/>
      <dgm:spPr/>
      <dgm:t>
        <a:bodyPr/>
        <a:lstStyle/>
        <a:p>
          <a:endParaRPr lang="en-US"/>
        </a:p>
      </dgm:t>
    </dgm:pt>
    <dgm:pt modelId="{6B2FB71E-3131-9B4E-903B-C3BB252F037B}" type="sibTrans" cxnId="{4578A2BF-913F-4946-805B-A247D3514B60}">
      <dgm:prSet/>
      <dgm:spPr/>
      <dgm:t>
        <a:bodyPr/>
        <a:lstStyle/>
        <a:p>
          <a:endParaRPr lang="en-US"/>
        </a:p>
      </dgm:t>
    </dgm:pt>
    <dgm:pt modelId="{0D734B6A-8DDD-B44E-A020-5E19B25EE570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Lab PoC</a:t>
          </a:r>
        </a:p>
      </dgm:t>
    </dgm:pt>
    <dgm:pt modelId="{8A94BF15-5723-E24C-A9C0-E2A3A7952ED4}" type="parTrans" cxnId="{3D97B065-8A1B-9142-90B8-E42615FB5F99}">
      <dgm:prSet/>
      <dgm:spPr/>
      <dgm:t>
        <a:bodyPr/>
        <a:lstStyle/>
        <a:p>
          <a:endParaRPr lang="en-US"/>
        </a:p>
      </dgm:t>
    </dgm:pt>
    <dgm:pt modelId="{1FFCE7F5-E59D-6E44-B164-04AD3519E8CF}" type="sibTrans" cxnId="{3D97B065-8A1B-9142-90B8-E42615FB5F99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5">
        <dgm:presLayoutVars>
          <dgm:chMax val="0"/>
          <dgm:chPref val="0"/>
          <dgm:bulletEnabled val="1"/>
        </dgm:presLayoutVars>
      </dgm:prSet>
      <dgm:spPr/>
    </dgm:pt>
    <dgm:pt modelId="{AEDD22D8-1B9A-5F49-A8EF-BF7F016DADEE}" type="pres">
      <dgm:prSet presAssocID="{1F41853B-C099-1549-855B-A62A19064C53}" presName="parTxOnlySpace" presStyleCnt="0"/>
      <dgm:spPr/>
    </dgm:pt>
    <dgm:pt modelId="{B1BA47BC-0F0D-FA45-9AD4-0D38494B05F4}" type="pres">
      <dgm:prSet presAssocID="{8179F2A2-3BFE-194B-88C5-BAD6E5A073A1}" presName="parTxOnly" presStyleLbl="node1" presStyleIdx="1" presStyleCnt="15">
        <dgm:presLayoutVars>
          <dgm:chMax val="0"/>
          <dgm:chPref val="0"/>
          <dgm:bulletEnabled val="1"/>
        </dgm:presLayoutVars>
      </dgm:prSet>
      <dgm:spPr/>
    </dgm:pt>
    <dgm:pt modelId="{9C350751-7FA4-4F4B-A3B6-52BA491F526D}" type="pres">
      <dgm:prSet presAssocID="{1EAB1701-E495-8748-8CE0-99FB822E36CD}" presName="parTxOnlySpace" presStyleCnt="0"/>
      <dgm:spPr/>
    </dgm:pt>
    <dgm:pt modelId="{0E438F55-0AD6-A94F-9469-2CA709F3A391}" type="pres">
      <dgm:prSet presAssocID="{97F26437-EB91-C941-8948-285AA53CBFE3}" presName="parTxOnly" presStyleLbl="node1" presStyleIdx="2" presStyleCnt="15">
        <dgm:presLayoutVars>
          <dgm:chMax val="0"/>
          <dgm:chPref val="0"/>
          <dgm:bulletEnabled val="1"/>
        </dgm:presLayoutVars>
      </dgm:prSet>
      <dgm:spPr/>
    </dgm:pt>
    <dgm:pt modelId="{01906495-B3BC-C145-8FD6-6BC176A4DA4F}" type="pres">
      <dgm:prSet presAssocID="{EDC0CE01-EB88-C846-8B2C-731C6E538DD8}" presName="parTxOnlySpace" presStyleCnt="0"/>
      <dgm:spPr/>
    </dgm:pt>
    <dgm:pt modelId="{3BA502E2-CAA2-EC45-90DB-2360A508B246}" type="pres">
      <dgm:prSet presAssocID="{F71DB235-0DCC-A84B-A7AB-F30119A59150}" presName="parTxOnly" presStyleLbl="node1" presStyleIdx="3" presStyleCnt="15">
        <dgm:presLayoutVars>
          <dgm:chMax val="0"/>
          <dgm:chPref val="0"/>
          <dgm:bulletEnabled val="1"/>
        </dgm:presLayoutVars>
      </dgm:prSet>
      <dgm:spPr/>
    </dgm:pt>
    <dgm:pt modelId="{3C79F8E2-D82C-AF4E-8604-4015103EC861}" type="pres">
      <dgm:prSet presAssocID="{64C1D361-86D1-A14E-8222-5B37B4C098A5}" presName="parTxOnlySpace" presStyleCnt="0"/>
      <dgm:spPr/>
    </dgm:pt>
    <dgm:pt modelId="{822CDF41-5AC2-8044-ACDA-86F871023A4E}" type="pres">
      <dgm:prSet presAssocID="{BA50D275-8F4F-C349-B3A0-CCDCF2BD1C78}" presName="parTxOnly" presStyleLbl="node1" presStyleIdx="4" presStyleCnt="15">
        <dgm:presLayoutVars>
          <dgm:chMax val="0"/>
          <dgm:chPref val="0"/>
          <dgm:bulletEnabled val="1"/>
        </dgm:presLayoutVars>
      </dgm:prSet>
      <dgm:spPr/>
    </dgm:pt>
    <dgm:pt modelId="{CF61C3E6-B444-DF46-A8E9-64D44025A2EC}" type="pres">
      <dgm:prSet presAssocID="{AC2D157D-4959-7D4A-A2B2-77A7A79E359A}" presName="parTxOnlySpace" presStyleCnt="0"/>
      <dgm:spPr/>
    </dgm:pt>
    <dgm:pt modelId="{7AD32CBD-7A4D-BA44-9643-D249691B5889}" type="pres">
      <dgm:prSet presAssocID="{07B89EDA-FEDC-EF4A-A2BF-3825B4B182BE}" presName="parTxOnly" presStyleLbl="node1" presStyleIdx="5" presStyleCnt="15">
        <dgm:presLayoutVars>
          <dgm:chMax val="0"/>
          <dgm:chPref val="0"/>
          <dgm:bulletEnabled val="1"/>
        </dgm:presLayoutVars>
      </dgm:prSet>
      <dgm:spPr/>
    </dgm:pt>
    <dgm:pt modelId="{50629EF6-4A22-1745-80F4-0F4E316DF574}" type="pres">
      <dgm:prSet presAssocID="{1EEB9379-30EF-3645-A14F-C204169AD306}" presName="parTxOnlySpace" presStyleCnt="0"/>
      <dgm:spPr/>
    </dgm:pt>
    <dgm:pt modelId="{FBC20F8B-CB96-5A41-A1C4-D3AEA594FF49}" type="pres">
      <dgm:prSet presAssocID="{8EC417A5-5ECA-C642-BD84-33F1B8C929EB}" presName="parTxOnly" presStyleLbl="node1" presStyleIdx="6" presStyleCnt="15">
        <dgm:presLayoutVars>
          <dgm:chMax val="0"/>
          <dgm:chPref val="0"/>
          <dgm:bulletEnabled val="1"/>
        </dgm:presLayoutVars>
      </dgm:prSet>
      <dgm:spPr/>
    </dgm:pt>
    <dgm:pt modelId="{62263960-F59B-464A-878B-C43BFFB0FFB8}" type="pres">
      <dgm:prSet presAssocID="{56328617-8902-D047-9B72-350CE5B73549}" presName="parTxOnlySpace" presStyleCnt="0"/>
      <dgm:spPr/>
    </dgm:pt>
    <dgm:pt modelId="{249B4738-EDE4-ED4B-A309-6878AAF0261C}" type="pres">
      <dgm:prSet presAssocID="{91F82710-BE32-3D4B-9C71-C5331B19FF80}" presName="parTxOnly" presStyleLbl="node1" presStyleIdx="7" presStyleCnt="15">
        <dgm:presLayoutVars>
          <dgm:chMax val="0"/>
          <dgm:chPref val="0"/>
          <dgm:bulletEnabled val="1"/>
        </dgm:presLayoutVars>
      </dgm:prSet>
      <dgm:spPr/>
    </dgm:pt>
    <dgm:pt modelId="{0BD00DC4-0E51-C14E-9053-433AC904BF6F}" type="pres">
      <dgm:prSet presAssocID="{9223479E-2F3A-754B-BE86-CD4C9CB93FFD}" presName="parTxOnlySpace" presStyleCnt="0"/>
      <dgm:spPr/>
    </dgm:pt>
    <dgm:pt modelId="{7FC1DEBC-F4F9-854F-9E20-0C57932D8052}" type="pres">
      <dgm:prSet presAssocID="{3F3B1D5A-3987-AC40-AF8A-15B1680A69BB}" presName="parTxOnly" presStyleLbl="node1" presStyleIdx="8" presStyleCnt="15">
        <dgm:presLayoutVars>
          <dgm:chMax val="0"/>
          <dgm:chPref val="0"/>
          <dgm:bulletEnabled val="1"/>
        </dgm:presLayoutVars>
      </dgm:prSet>
      <dgm:spPr/>
    </dgm:pt>
    <dgm:pt modelId="{748DC326-5658-6047-AE99-7AA7AA52A126}" type="pres">
      <dgm:prSet presAssocID="{A7E3D629-F759-0B4A-A5D1-FD032E0FFDA9}" presName="parTxOnlySpace" presStyleCnt="0"/>
      <dgm:spPr/>
    </dgm:pt>
    <dgm:pt modelId="{B58CF005-4B43-404F-A643-1100E2CF81FF}" type="pres">
      <dgm:prSet presAssocID="{CB61C2F8-4717-1F4E-8B8F-B05820899B2D}" presName="parTxOnly" presStyleLbl="node1" presStyleIdx="9" presStyleCnt="15">
        <dgm:presLayoutVars>
          <dgm:chMax val="0"/>
          <dgm:chPref val="0"/>
          <dgm:bulletEnabled val="1"/>
        </dgm:presLayoutVars>
      </dgm:prSet>
      <dgm:spPr/>
    </dgm:pt>
    <dgm:pt modelId="{5EC0042B-C20B-FC4A-B560-10BBA34B2CDA}" type="pres">
      <dgm:prSet presAssocID="{30BCCF76-6BCD-2F47-BEE3-5370BE1B9D58}" presName="parTxOnlySpace" presStyleCnt="0"/>
      <dgm:spPr/>
    </dgm:pt>
    <dgm:pt modelId="{254FE932-5757-1649-9288-34D642215104}" type="pres">
      <dgm:prSet presAssocID="{B4342578-ED3C-3A41-92D4-B7341347451C}" presName="parTxOnly" presStyleLbl="node1" presStyleIdx="10" presStyleCnt="15">
        <dgm:presLayoutVars>
          <dgm:chMax val="0"/>
          <dgm:chPref val="0"/>
          <dgm:bulletEnabled val="1"/>
        </dgm:presLayoutVars>
      </dgm:prSet>
      <dgm:spPr/>
    </dgm:pt>
    <dgm:pt modelId="{1C0FCD38-740B-054B-A965-61B6553715D9}" type="pres">
      <dgm:prSet presAssocID="{6B2FB71E-3131-9B4E-903B-C3BB252F037B}" presName="parTxOnlySpace" presStyleCnt="0"/>
      <dgm:spPr/>
    </dgm:pt>
    <dgm:pt modelId="{A3542E8E-E5B7-BC42-88BB-71AC327F58BE}" type="pres">
      <dgm:prSet presAssocID="{0D734B6A-8DDD-B44E-A020-5E19B25EE570}" presName="parTxOnly" presStyleLbl="node1" presStyleIdx="11" presStyleCnt="15">
        <dgm:presLayoutVars>
          <dgm:chMax val="0"/>
          <dgm:chPref val="0"/>
          <dgm:bulletEnabled val="1"/>
        </dgm:presLayoutVars>
      </dgm:prSet>
      <dgm:spPr/>
    </dgm:pt>
    <dgm:pt modelId="{4943BA2F-24F6-F544-8574-444F72E4FF73}" type="pres">
      <dgm:prSet presAssocID="{1FFCE7F5-E59D-6E44-B164-04AD3519E8CF}" presName="parTxOnlySpace" presStyleCnt="0"/>
      <dgm:spPr/>
    </dgm:pt>
    <dgm:pt modelId="{D3155EBB-4AB3-9044-830F-968F5A0CCC14}" type="pres">
      <dgm:prSet presAssocID="{8C88137A-FB47-6849-AB96-E042C04E93AC}" presName="parTxOnly" presStyleLbl="node1" presStyleIdx="12" presStyleCnt="15">
        <dgm:presLayoutVars>
          <dgm:chMax val="0"/>
          <dgm:chPref val="0"/>
          <dgm:bulletEnabled val="1"/>
        </dgm:presLayoutVars>
      </dgm:prSet>
      <dgm:spPr/>
    </dgm:pt>
    <dgm:pt modelId="{CEF6C9BE-8CFB-D54A-93BE-C057CA6624BF}" type="pres">
      <dgm:prSet presAssocID="{836F8D54-0F54-7548-8BB7-F3718F4CCCDB}" presName="parTxOnlySpace" presStyleCnt="0"/>
      <dgm:spPr/>
    </dgm:pt>
    <dgm:pt modelId="{ED23E062-CC08-4E42-B04F-F2F15BDA8DA9}" type="pres">
      <dgm:prSet presAssocID="{7AB8539C-E848-114A-ACEB-A5D718CA1FBE}" presName="parTxOnly" presStyleLbl="node1" presStyleIdx="13" presStyleCnt="15">
        <dgm:presLayoutVars>
          <dgm:chMax val="0"/>
          <dgm:chPref val="0"/>
          <dgm:bulletEnabled val="1"/>
        </dgm:presLayoutVars>
      </dgm:prSet>
      <dgm:spPr/>
    </dgm:pt>
    <dgm:pt modelId="{334AA6BA-E7C9-1A4D-A50C-3F7B80422562}" type="pres">
      <dgm:prSet presAssocID="{DD4859AC-0598-9045-B67F-8C7A8FA02D00}" presName="parTxOnlySpace" presStyleCnt="0"/>
      <dgm:spPr/>
    </dgm:pt>
    <dgm:pt modelId="{14380ECD-5DE7-9B4E-B007-8EC6BE6A58F0}" type="pres">
      <dgm:prSet presAssocID="{E78953A3-7F01-D843-A46D-AF50935AE038}" presName="parTxOnly" presStyleLbl="node1" presStyleIdx="14" presStyleCnt="15">
        <dgm:presLayoutVars>
          <dgm:chMax val="0"/>
          <dgm:chPref val="0"/>
          <dgm:bulletEnabled val="1"/>
        </dgm:presLayoutVars>
      </dgm:prSet>
      <dgm:spPr/>
    </dgm:pt>
  </dgm:ptLst>
  <dgm:cxnLst>
    <dgm:cxn modelId="{C05F3A0A-5659-2941-8F88-1AC502A0A31C}" srcId="{383B49E7-060F-644C-BC5D-5430754D0192}" destId="{8EC417A5-5ECA-C642-BD84-33F1B8C929EB}" srcOrd="6" destOrd="0" parTransId="{E05B9C70-9B70-0F47-BC9E-882FE9B85365}" sibTransId="{56328617-8902-D047-9B72-350CE5B73549}"/>
    <dgm:cxn modelId="{644A940B-55CC-2343-B4D8-15237CF9B04E}" type="presOf" srcId="{3F3B1D5A-3987-AC40-AF8A-15B1680A69BB}" destId="{7FC1DEBC-F4F9-854F-9E20-0C57932D8052}" srcOrd="0" destOrd="0" presId="urn:microsoft.com/office/officeart/2005/8/layout/chevron1"/>
    <dgm:cxn modelId="{F3D2E313-E8DC-3C4F-BB73-CDAD489E04AA}" type="presOf" srcId="{BA50D275-8F4F-C349-B3A0-CCDCF2BD1C78}" destId="{822CDF41-5AC2-8044-ACDA-86F871023A4E}" srcOrd="0" destOrd="0" presId="urn:microsoft.com/office/officeart/2005/8/layout/chevron1"/>
    <dgm:cxn modelId="{2DC7FE16-53FB-2F40-ADEA-8BC71008CF93}" srcId="{383B49E7-060F-644C-BC5D-5430754D0192}" destId="{BA50D275-8F4F-C349-B3A0-CCDCF2BD1C78}" srcOrd="4" destOrd="0" parTransId="{D85A3E4F-5789-4741-B4B6-8B2F8B429ACF}" sibTransId="{AC2D157D-4959-7D4A-A2B2-77A7A79E359A}"/>
    <dgm:cxn modelId="{EF1B8C26-F5B5-A143-AD69-9595F4DDC5E4}" type="presOf" srcId="{8179F2A2-3BFE-194B-88C5-BAD6E5A073A1}" destId="{B1BA47BC-0F0D-FA45-9AD4-0D38494B05F4}" srcOrd="0" destOrd="0" presId="urn:microsoft.com/office/officeart/2005/8/layout/chevron1"/>
    <dgm:cxn modelId="{A61DCE28-25FE-8E45-97D8-C44E43357D99}" srcId="{383B49E7-060F-644C-BC5D-5430754D0192}" destId="{E78953A3-7F01-D843-A46D-AF50935AE038}" srcOrd="14" destOrd="0" parTransId="{21D38BDB-4B32-2240-B1B7-67F252AF925C}" sibTransId="{734A9093-79A1-ED4E-8498-F4A22161B161}"/>
    <dgm:cxn modelId="{982B4330-5C56-584D-8AE8-298D70F2B9BD}" srcId="{383B49E7-060F-644C-BC5D-5430754D0192}" destId="{8179F2A2-3BFE-194B-88C5-BAD6E5A073A1}" srcOrd="1" destOrd="0" parTransId="{A9494E38-3C5A-F345-A083-78B3A804FA28}" sibTransId="{1EAB1701-E495-8748-8CE0-99FB822E36CD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C8028D3E-0B71-654B-B094-8FC0ED5CFC6F}" type="presOf" srcId="{F71DB235-0DCC-A84B-A7AB-F30119A59150}" destId="{3BA502E2-CAA2-EC45-90DB-2360A508B246}" srcOrd="0" destOrd="0" presId="urn:microsoft.com/office/officeart/2005/8/layout/chevron1"/>
    <dgm:cxn modelId="{CCC89A3E-7FD6-2140-B478-4717506A0D67}" srcId="{383B49E7-060F-644C-BC5D-5430754D0192}" destId="{91F82710-BE32-3D4B-9C71-C5331B19FF80}" srcOrd="7" destOrd="0" parTransId="{EDC106BE-FE96-3645-9217-B1C2EDB97D69}" sibTransId="{9223479E-2F3A-754B-BE86-CD4C9CB93FFD}"/>
    <dgm:cxn modelId="{F718814F-ED40-4643-B715-2BE034D6EC0B}" type="presOf" srcId="{CB61C2F8-4717-1F4E-8B8F-B05820899B2D}" destId="{B58CF005-4B43-404F-A643-1100E2CF81FF}" srcOrd="0" destOrd="0" presId="urn:microsoft.com/office/officeart/2005/8/layout/chevron1"/>
    <dgm:cxn modelId="{B8BB7F53-4ACC-4A4A-8AD2-E12733E47998}" type="presOf" srcId="{97F26437-EB91-C941-8948-285AA53CBFE3}" destId="{0E438F55-0AD6-A94F-9469-2CA709F3A391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3D97B065-8A1B-9142-90B8-E42615FB5F99}" srcId="{383B49E7-060F-644C-BC5D-5430754D0192}" destId="{0D734B6A-8DDD-B44E-A020-5E19B25EE570}" srcOrd="11" destOrd="0" parTransId="{8A94BF15-5723-E24C-A9C0-E2A3A7952ED4}" sibTransId="{1FFCE7F5-E59D-6E44-B164-04AD3519E8CF}"/>
    <dgm:cxn modelId="{02C6DC66-8C7A-A040-954D-0709300A1421}" srcId="{383B49E7-060F-644C-BC5D-5430754D0192}" destId="{7AB8539C-E848-114A-ACEB-A5D718CA1FBE}" srcOrd="13" destOrd="0" parTransId="{08D983F0-B3B5-9D48-A488-7E516045327D}" sibTransId="{DD4859AC-0598-9045-B67F-8C7A8FA02D00}"/>
    <dgm:cxn modelId="{61AF466A-E759-324B-BE3A-F22F2DFB7106}" srcId="{383B49E7-060F-644C-BC5D-5430754D0192}" destId="{8C88137A-FB47-6849-AB96-E042C04E93AC}" srcOrd="12" destOrd="0" parTransId="{DFCD612F-8B90-F04A-9B84-E640D114B9D4}" sibTransId="{836F8D54-0F54-7548-8BB7-F3718F4CCCDB}"/>
    <dgm:cxn modelId="{9EEB656E-0493-444A-864F-C012B33C1B10}" type="presOf" srcId="{B4342578-ED3C-3A41-92D4-B7341347451C}" destId="{254FE932-5757-1649-9288-34D642215104}" srcOrd="0" destOrd="0" presId="urn:microsoft.com/office/officeart/2005/8/layout/chevron1"/>
    <dgm:cxn modelId="{C37D7773-4CF6-2E4D-894B-1D0F3D40093A}" type="presOf" srcId="{8EC417A5-5ECA-C642-BD84-33F1B8C929EB}" destId="{FBC20F8B-CB96-5A41-A1C4-D3AEA594FF49}" srcOrd="0" destOrd="0" presId="urn:microsoft.com/office/officeart/2005/8/layout/chevron1"/>
    <dgm:cxn modelId="{0B384E75-A29B-294C-9F82-B524A0804350}" type="presOf" srcId="{E78953A3-7F01-D843-A46D-AF50935AE038}" destId="{14380ECD-5DE7-9B4E-B007-8EC6BE6A58F0}" srcOrd="0" destOrd="0" presId="urn:microsoft.com/office/officeart/2005/8/layout/chevron1"/>
    <dgm:cxn modelId="{F4E68A7A-3D51-7D49-8DBB-9803B3F7CB66}" type="presOf" srcId="{7AB8539C-E848-114A-ACEB-A5D718CA1FBE}" destId="{ED23E062-CC08-4E42-B04F-F2F15BDA8DA9}" srcOrd="0" destOrd="0" presId="urn:microsoft.com/office/officeart/2005/8/layout/chevron1"/>
    <dgm:cxn modelId="{BE1FCD7B-3F7D-FE4D-AB6E-D95D78A8E35D}" srcId="{383B49E7-060F-644C-BC5D-5430754D0192}" destId="{F71DB235-0DCC-A84B-A7AB-F30119A59150}" srcOrd="3" destOrd="0" parTransId="{E5FF5F4F-25C7-FF4F-82F8-2A69E4A3EE82}" sibTransId="{64C1D361-86D1-A14E-8222-5B37B4C098A5}"/>
    <dgm:cxn modelId="{A3825682-2DC5-7943-B118-FE593E849708}" type="presOf" srcId="{07B89EDA-FEDC-EF4A-A2BF-3825B4B182BE}" destId="{7AD32CBD-7A4D-BA44-9643-D249691B5889}" srcOrd="0" destOrd="0" presId="urn:microsoft.com/office/officeart/2005/8/layout/chevron1"/>
    <dgm:cxn modelId="{A49C0C92-32B2-8045-A695-EC7E25731D65}" type="presOf" srcId="{0D734B6A-8DDD-B44E-A020-5E19B25EE570}" destId="{A3542E8E-E5B7-BC42-88BB-71AC327F58BE}" srcOrd="0" destOrd="0" presId="urn:microsoft.com/office/officeart/2005/8/layout/chevron1"/>
    <dgm:cxn modelId="{06281C9B-EC5C-BD44-B5BF-D7240718C49B}" type="presOf" srcId="{55A9B451-4544-CD40-86CF-64B74C06A8CF}" destId="{98AD1763-7433-B141-B056-738A5FA7D5DD}" srcOrd="0" destOrd="0" presId="urn:microsoft.com/office/officeart/2005/8/layout/chevron1"/>
    <dgm:cxn modelId="{B1F354AF-2517-D643-BD9F-4E6E1597FA3D}" srcId="{383B49E7-060F-644C-BC5D-5430754D0192}" destId="{97F26437-EB91-C941-8948-285AA53CBFE3}" srcOrd="2" destOrd="0" parTransId="{C6A6C469-862E-9340-92BD-B09588B78FAF}" sibTransId="{EDC0CE01-EB88-C846-8B2C-731C6E538DD8}"/>
    <dgm:cxn modelId="{DC4D3DBB-ECEC-884B-B9FD-18128F9ABA3B}" srcId="{383B49E7-060F-644C-BC5D-5430754D0192}" destId="{3F3B1D5A-3987-AC40-AF8A-15B1680A69BB}" srcOrd="8" destOrd="0" parTransId="{1D7E3CB1-1FFD-3D4C-8102-1ADD7CAAEE15}" sibTransId="{A7E3D629-F759-0B4A-A5D1-FD032E0FFDA9}"/>
    <dgm:cxn modelId="{4578A2BF-913F-4946-805B-A247D3514B60}" srcId="{383B49E7-060F-644C-BC5D-5430754D0192}" destId="{B4342578-ED3C-3A41-92D4-B7341347451C}" srcOrd="10" destOrd="0" parTransId="{133BADAA-5036-874D-8356-05C2BFA251E7}" sibTransId="{6B2FB71E-3131-9B4E-903B-C3BB252F037B}"/>
    <dgm:cxn modelId="{AD1AB2CA-2F36-394E-B155-771AD472518B}" srcId="{383B49E7-060F-644C-BC5D-5430754D0192}" destId="{CB61C2F8-4717-1F4E-8B8F-B05820899B2D}" srcOrd="9" destOrd="0" parTransId="{AB4E4420-9260-1A4F-90E2-A909E285073E}" sibTransId="{30BCCF76-6BCD-2F47-BEE3-5370BE1B9D58}"/>
    <dgm:cxn modelId="{F7C02DCF-ABCB-5345-B95F-8A4A9E1057D0}" srcId="{383B49E7-060F-644C-BC5D-5430754D0192}" destId="{07B89EDA-FEDC-EF4A-A2BF-3825B4B182BE}" srcOrd="5" destOrd="0" parTransId="{AB099CFD-F311-5E45-8DA9-AFC1E2B6233C}" sibTransId="{1EEB9379-30EF-3645-A14F-C204169AD306}"/>
    <dgm:cxn modelId="{E6B05DD5-B3A9-B541-A1E9-7988C8C6DCA4}" type="presOf" srcId="{8C88137A-FB47-6849-AB96-E042C04E93AC}" destId="{D3155EBB-4AB3-9044-830F-968F5A0CCC14}" srcOrd="0" destOrd="0" presId="urn:microsoft.com/office/officeart/2005/8/layout/chevron1"/>
    <dgm:cxn modelId="{F21352F1-4913-8247-A409-71B781866AA3}" type="presOf" srcId="{91F82710-BE32-3D4B-9C71-C5331B19FF80}" destId="{249B4738-EDE4-ED4B-A309-6878AAF0261C}" srcOrd="0" destOrd="0" presId="urn:microsoft.com/office/officeart/2005/8/layout/chevron1"/>
    <dgm:cxn modelId="{7D3170D2-D39B-B641-8FA6-017A8A5FED80}" type="presParOf" srcId="{1DB3B44C-7467-AE4D-9230-CD12A1D6E611}" destId="{98AD1763-7433-B141-B056-738A5FA7D5DD}" srcOrd="0" destOrd="0" presId="urn:microsoft.com/office/officeart/2005/8/layout/chevron1"/>
    <dgm:cxn modelId="{3FEBF428-7FD6-A345-AE2F-239F880FAF65}" type="presParOf" srcId="{1DB3B44C-7467-AE4D-9230-CD12A1D6E611}" destId="{AEDD22D8-1B9A-5F49-A8EF-BF7F016DADEE}" srcOrd="1" destOrd="0" presId="urn:microsoft.com/office/officeart/2005/8/layout/chevron1"/>
    <dgm:cxn modelId="{70E42528-83E8-BF4E-8BAB-0D56E0BC41C3}" type="presParOf" srcId="{1DB3B44C-7467-AE4D-9230-CD12A1D6E611}" destId="{B1BA47BC-0F0D-FA45-9AD4-0D38494B05F4}" srcOrd="2" destOrd="0" presId="urn:microsoft.com/office/officeart/2005/8/layout/chevron1"/>
    <dgm:cxn modelId="{89B9338E-79E9-EC4C-8991-946985913C7B}" type="presParOf" srcId="{1DB3B44C-7467-AE4D-9230-CD12A1D6E611}" destId="{9C350751-7FA4-4F4B-A3B6-52BA491F526D}" srcOrd="3" destOrd="0" presId="urn:microsoft.com/office/officeart/2005/8/layout/chevron1"/>
    <dgm:cxn modelId="{4214EB5F-5BA2-9B47-BB27-67033161F92D}" type="presParOf" srcId="{1DB3B44C-7467-AE4D-9230-CD12A1D6E611}" destId="{0E438F55-0AD6-A94F-9469-2CA709F3A391}" srcOrd="4" destOrd="0" presId="urn:microsoft.com/office/officeart/2005/8/layout/chevron1"/>
    <dgm:cxn modelId="{EADE1F64-480E-A84A-9888-A69A12C6E82B}" type="presParOf" srcId="{1DB3B44C-7467-AE4D-9230-CD12A1D6E611}" destId="{01906495-B3BC-C145-8FD6-6BC176A4DA4F}" srcOrd="5" destOrd="0" presId="urn:microsoft.com/office/officeart/2005/8/layout/chevron1"/>
    <dgm:cxn modelId="{E0302FCF-D088-334C-905A-0EF1614C61F0}" type="presParOf" srcId="{1DB3B44C-7467-AE4D-9230-CD12A1D6E611}" destId="{3BA502E2-CAA2-EC45-90DB-2360A508B246}" srcOrd="6" destOrd="0" presId="urn:microsoft.com/office/officeart/2005/8/layout/chevron1"/>
    <dgm:cxn modelId="{D99B4A3B-BBF0-BE4C-87B4-5A5F24B21F69}" type="presParOf" srcId="{1DB3B44C-7467-AE4D-9230-CD12A1D6E611}" destId="{3C79F8E2-D82C-AF4E-8604-4015103EC861}" srcOrd="7" destOrd="0" presId="urn:microsoft.com/office/officeart/2005/8/layout/chevron1"/>
    <dgm:cxn modelId="{16D4952A-09A4-CF45-A037-D59930A4178E}" type="presParOf" srcId="{1DB3B44C-7467-AE4D-9230-CD12A1D6E611}" destId="{822CDF41-5AC2-8044-ACDA-86F871023A4E}" srcOrd="8" destOrd="0" presId="urn:microsoft.com/office/officeart/2005/8/layout/chevron1"/>
    <dgm:cxn modelId="{E6A7EC62-B10C-A541-A5D9-217DF823EBF3}" type="presParOf" srcId="{1DB3B44C-7467-AE4D-9230-CD12A1D6E611}" destId="{CF61C3E6-B444-DF46-A8E9-64D44025A2EC}" srcOrd="9" destOrd="0" presId="urn:microsoft.com/office/officeart/2005/8/layout/chevron1"/>
    <dgm:cxn modelId="{3FD2C79C-5FCE-AB45-8A82-D285B45CE63E}" type="presParOf" srcId="{1DB3B44C-7467-AE4D-9230-CD12A1D6E611}" destId="{7AD32CBD-7A4D-BA44-9643-D249691B5889}" srcOrd="10" destOrd="0" presId="urn:microsoft.com/office/officeart/2005/8/layout/chevron1"/>
    <dgm:cxn modelId="{01E69B91-CB3F-EB43-9B93-8A5BC47601B2}" type="presParOf" srcId="{1DB3B44C-7467-AE4D-9230-CD12A1D6E611}" destId="{50629EF6-4A22-1745-80F4-0F4E316DF574}" srcOrd="11" destOrd="0" presId="urn:microsoft.com/office/officeart/2005/8/layout/chevron1"/>
    <dgm:cxn modelId="{75971728-EEF0-9344-AE0B-0DAADB63C9C3}" type="presParOf" srcId="{1DB3B44C-7467-AE4D-9230-CD12A1D6E611}" destId="{FBC20F8B-CB96-5A41-A1C4-D3AEA594FF49}" srcOrd="12" destOrd="0" presId="urn:microsoft.com/office/officeart/2005/8/layout/chevron1"/>
    <dgm:cxn modelId="{938CCA80-94F6-E94F-94E3-F0DDDA0F8C2F}" type="presParOf" srcId="{1DB3B44C-7467-AE4D-9230-CD12A1D6E611}" destId="{62263960-F59B-464A-878B-C43BFFB0FFB8}" srcOrd="13" destOrd="0" presId="urn:microsoft.com/office/officeart/2005/8/layout/chevron1"/>
    <dgm:cxn modelId="{2F8E4F74-913C-A148-B95F-BCEA864BE2DD}" type="presParOf" srcId="{1DB3B44C-7467-AE4D-9230-CD12A1D6E611}" destId="{249B4738-EDE4-ED4B-A309-6878AAF0261C}" srcOrd="14" destOrd="0" presId="urn:microsoft.com/office/officeart/2005/8/layout/chevron1"/>
    <dgm:cxn modelId="{0718D082-F22D-A246-98EE-44D7BDC38497}" type="presParOf" srcId="{1DB3B44C-7467-AE4D-9230-CD12A1D6E611}" destId="{0BD00DC4-0E51-C14E-9053-433AC904BF6F}" srcOrd="15" destOrd="0" presId="urn:microsoft.com/office/officeart/2005/8/layout/chevron1"/>
    <dgm:cxn modelId="{B6396910-21AA-8C47-B943-B3A530E66011}" type="presParOf" srcId="{1DB3B44C-7467-AE4D-9230-CD12A1D6E611}" destId="{7FC1DEBC-F4F9-854F-9E20-0C57932D8052}" srcOrd="16" destOrd="0" presId="urn:microsoft.com/office/officeart/2005/8/layout/chevron1"/>
    <dgm:cxn modelId="{1613DC01-57C3-0F46-8C52-69BF5493D5B3}" type="presParOf" srcId="{1DB3B44C-7467-AE4D-9230-CD12A1D6E611}" destId="{748DC326-5658-6047-AE99-7AA7AA52A126}" srcOrd="17" destOrd="0" presId="urn:microsoft.com/office/officeart/2005/8/layout/chevron1"/>
    <dgm:cxn modelId="{5B4D19D2-D795-F14C-8203-6F79CF2E7442}" type="presParOf" srcId="{1DB3B44C-7467-AE4D-9230-CD12A1D6E611}" destId="{B58CF005-4B43-404F-A643-1100E2CF81FF}" srcOrd="18" destOrd="0" presId="urn:microsoft.com/office/officeart/2005/8/layout/chevron1"/>
    <dgm:cxn modelId="{5BB02F4A-51F1-FB48-B087-A98BAA6A4DDF}" type="presParOf" srcId="{1DB3B44C-7467-AE4D-9230-CD12A1D6E611}" destId="{5EC0042B-C20B-FC4A-B560-10BBA34B2CDA}" srcOrd="19" destOrd="0" presId="urn:microsoft.com/office/officeart/2005/8/layout/chevron1"/>
    <dgm:cxn modelId="{93957FE4-B898-8441-8F3B-FB0E5A720170}" type="presParOf" srcId="{1DB3B44C-7467-AE4D-9230-CD12A1D6E611}" destId="{254FE932-5757-1649-9288-34D642215104}" srcOrd="20" destOrd="0" presId="urn:microsoft.com/office/officeart/2005/8/layout/chevron1"/>
    <dgm:cxn modelId="{B9ABEB5C-867E-AA4A-986D-37A180F4051D}" type="presParOf" srcId="{1DB3B44C-7467-AE4D-9230-CD12A1D6E611}" destId="{1C0FCD38-740B-054B-A965-61B6553715D9}" srcOrd="21" destOrd="0" presId="urn:microsoft.com/office/officeart/2005/8/layout/chevron1"/>
    <dgm:cxn modelId="{A3DE7B9C-049B-9940-B7CE-461ACD498364}" type="presParOf" srcId="{1DB3B44C-7467-AE4D-9230-CD12A1D6E611}" destId="{A3542E8E-E5B7-BC42-88BB-71AC327F58BE}" srcOrd="22" destOrd="0" presId="urn:microsoft.com/office/officeart/2005/8/layout/chevron1"/>
    <dgm:cxn modelId="{072C9F40-7F55-F548-91B6-4FDE8BB29EB1}" type="presParOf" srcId="{1DB3B44C-7467-AE4D-9230-CD12A1D6E611}" destId="{4943BA2F-24F6-F544-8574-444F72E4FF73}" srcOrd="23" destOrd="0" presId="urn:microsoft.com/office/officeart/2005/8/layout/chevron1"/>
    <dgm:cxn modelId="{79919DF4-A4FF-B44F-8711-060CAF543C65}" type="presParOf" srcId="{1DB3B44C-7467-AE4D-9230-CD12A1D6E611}" destId="{D3155EBB-4AB3-9044-830F-968F5A0CCC14}" srcOrd="24" destOrd="0" presId="urn:microsoft.com/office/officeart/2005/8/layout/chevron1"/>
    <dgm:cxn modelId="{16983F47-3041-B948-AC2F-3869B7A5B58D}" type="presParOf" srcId="{1DB3B44C-7467-AE4D-9230-CD12A1D6E611}" destId="{CEF6C9BE-8CFB-D54A-93BE-C057CA6624BF}" srcOrd="25" destOrd="0" presId="urn:microsoft.com/office/officeart/2005/8/layout/chevron1"/>
    <dgm:cxn modelId="{B3223BA9-6082-5346-9DA7-600EA8C9932C}" type="presParOf" srcId="{1DB3B44C-7467-AE4D-9230-CD12A1D6E611}" destId="{ED23E062-CC08-4E42-B04F-F2F15BDA8DA9}" srcOrd="26" destOrd="0" presId="urn:microsoft.com/office/officeart/2005/8/layout/chevron1"/>
    <dgm:cxn modelId="{FC0C3235-02B1-2D41-A6B2-5928096E2B9B}" type="presParOf" srcId="{1DB3B44C-7467-AE4D-9230-CD12A1D6E611}" destId="{334AA6BA-E7C9-1A4D-A50C-3F7B80422562}" srcOrd="27" destOrd="0" presId="urn:microsoft.com/office/officeart/2005/8/layout/chevron1"/>
    <dgm:cxn modelId="{5B877B3C-22D5-5D44-A547-37B17CBDFEAE}" type="presParOf" srcId="{1DB3B44C-7467-AE4D-9230-CD12A1D6E611}" destId="{14380ECD-5DE7-9B4E-B007-8EC6BE6A58F0}" srcOrd="2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Identification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70D8BCEE-4BB8-8047-90D3-1F1D26FAF263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Issue(s) Creation</a:t>
          </a:r>
        </a:p>
      </dgm:t>
    </dgm:pt>
    <dgm:pt modelId="{139E1A46-36C2-C440-B9A2-D5E2D3FB0EF1}" type="parTrans" cxnId="{D91E424C-46CE-D84F-9EE9-14A40F8D50D9}">
      <dgm:prSet/>
      <dgm:spPr/>
      <dgm:t>
        <a:bodyPr/>
        <a:lstStyle/>
        <a:p>
          <a:endParaRPr lang="en-US"/>
        </a:p>
      </dgm:t>
    </dgm:pt>
    <dgm:pt modelId="{33467430-74C2-064D-8FBF-025D3B2B0C44}" type="sibTrans" cxnId="{D91E424C-46CE-D84F-9EE9-14A40F8D50D9}">
      <dgm:prSet/>
      <dgm:spPr/>
      <dgm:t>
        <a:bodyPr/>
        <a:lstStyle/>
        <a:p>
          <a:endParaRPr lang="en-US"/>
        </a:p>
      </dgm:t>
    </dgm:pt>
    <dgm:pt modelId="{9E4EC424-255E-D748-AA7A-2F4C7C12F00A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Assignment</a:t>
          </a:r>
        </a:p>
      </dgm:t>
    </dgm:pt>
    <dgm:pt modelId="{8B448E92-BE43-8349-993F-A8E80426D891}" type="parTrans" cxnId="{6C9659F5-7786-754E-B739-2AA4F61E171A}">
      <dgm:prSet/>
      <dgm:spPr/>
      <dgm:t>
        <a:bodyPr/>
        <a:lstStyle/>
        <a:p>
          <a:endParaRPr lang="en-US"/>
        </a:p>
      </dgm:t>
    </dgm:pt>
    <dgm:pt modelId="{023A9A89-5193-DA44-9515-1B47BF7054FC}" type="sibTrans" cxnId="{6C9659F5-7786-754E-B739-2AA4F61E171A}">
      <dgm:prSet/>
      <dgm:spPr/>
      <dgm:t>
        <a:bodyPr/>
        <a:lstStyle/>
        <a:p>
          <a:endParaRPr lang="en-US"/>
        </a:p>
      </dgm:t>
    </dgm:pt>
    <dgm:pt modelId="{3F35C2BF-EF07-C241-A722-EA53BD6F619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Creation</a:t>
          </a:r>
        </a:p>
      </dgm:t>
    </dgm:pt>
    <dgm:pt modelId="{1BB256A6-5146-F64B-92B8-3F481A775723}" type="parTrans" cxnId="{45A740DC-EC8D-3E4B-8671-C4C19E6A6924}">
      <dgm:prSet/>
      <dgm:spPr/>
      <dgm:t>
        <a:bodyPr/>
        <a:lstStyle/>
        <a:p>
          <a:endParaRPr lang="en-US"/>
        </a:p>
      </dgm:t>
    </dgm:pt>
    <dgm:pt modelId="{50072B60-5C3A-FB4D-B3BE-5DCBB20C510B}" type="sibTrans" cxnId="{45A740DC-EC8D-3E4B-8671-C4C19E6A6924}">
      <dgm:prSet/>
      <dgm:spPr/>
      <dgm:t>
        <a:bodyPr/>
        <a:lstStyle/>
        <a:p>
          <a:endParaRPr lang="en-US"/>
        </a:p>
      </dgm:t>
    </dgm:pt>
    <dgm:pt modelId="{AB7141EF-4A6B-884C-B85F-A03DE1C2B55A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Prioritization</a:t>
          </a:r>
        </a:p>
      </dgm:t>
    </dgm:pt>
    <dgm:pt modelId="{3DDD9623-E588-924C-BB5F-D2C81E312F39}" type="parTrans" cxnId="{0F78AF8A-E654-3846-A9FF-7E1E68F59844}">
      <dgm:prSet/>
      <dgm:spPr/>
      <dgm:t>
        <a:bodyPr/>
        <a:lstStyle/>
        <a:p>
          <a:endParaRPr lang="en-US"/>
        </a:p>
      </dgm:t>
    </dgm:pt>
    <dgm:pt modelId="{CE86A239-5C72-A142-9A18-FCE4B3D5E091}" type="sibTrans" cxnId="{0F78AF8A-E654-3846-A9FF-7E1E68F59844}">
      <dgm:prSet/>
      <dgm:spPr/>
      <dgm:t>
        <a:bodyPr/>
        <a:lstStyle/>
        <a:p>
          <a:endParaRPr lang="en-US"/>
        </a:p>
      </dgm:t>
    </dgm:pt>
    <dgm:pt modelId="{9AD7F6FA-000A-8746-8618-72DA676BDAAE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testing</a:t>
          </a:r>
        </a:p>
      </dgm:t>
    </dgm:pt>
    <dgm:pt modelId="{DE5AA840-1FB9-5546-9D1A-4633691ADCA2}" type="parTrans" cxnId="{0524F128-2848-FF47-AFAA-7481E2287301}">
      <dgm:prSet/>
      <dgm:spPr/>
      <dgm:t>
        <a:bodyPr/>
        <a:lstStyle/>
        <a:p>
          <a:endParaRPr lang="en-US"/>
        </a:p>
      </dgm:t>
    </dgm:pt>
    <dgm:pt modelId="{9CA7C657-9E11-4F43-B766-04D997DE5E1C}" type="sibTrans" cxnId="{0524F128-2848-FF47-AFAA-7481E2287301}">
      <dgm:prSet/>
      <dgm:spPr/>
      <dgm:t>
        <a:bodyPr/>
        <a:lstStyle/>
        <a:p>
          <a:endParaRPr lang="en-US"/>
        </a:p>
      </dgm:t>
    </dgm:pt>
    <dgm:pt modelId="{8F048385-9ED8-E140-A6C1-1508A58AACE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Submission</a:t>
          </a:r>
        </a:p>
      </dgm:t>
    </dgm:pt>
    <dgm:pt modelId="{81E18446-F194-8A4C-A89B-EC0F220B0E71}" type="parTrans" cxnId="{4A273898-CF45-1F4D-9FD3-A6A00485CDA6}">
      <dgm:prSet/>
      <dgm:spPr/>
      <dgm:t>
        <a:bodyPr/>
        <a:lstStyle/>
        <a:p>
          <a:endParaRPr lang="en-US"/>
        </a:p>
      </dgm:t>
    </dgm:pt>
    <dgm:pt modelId="{91811CBC-B7F1-024E-BD1B-E0929E042504}" type="sibTrans" cxnId="{4A273898-CF45-1F4D-9FD3-A6A00485CDA6}">
      <dgm:prSet/>
      <dgm:spPr/>
      <dgm:t>
        <a:bodyPr/>
        <a:lstStyle/>
        <a:p>
          <a:endParaRPr lang="en-US"/>
        </a:p>
      </dgm:t>
    </dgm:pt>
    <dgm:pt modelId="{641F2167-27A7-5C40-B34E-0CEAFCA8E29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Review</a:t>
          </a:r>
        </a:p>
      </dgm:t>
    </dgm:pt>
    <dgm:pt modelId="{E189FA69-1849-6746-9E6D-CD424B1F9728}" type="parTrans" cxnId="{00A3AB2A-ECF6-9749-BAEB-792CE8822C39}">
      <dgm:prSet/>
      <dgm:spPr/>
      <dgm:t>
        <a:bodyPr/>
        <a:lstStyle/>
        <a:p>
          <a:endParaRPr lang="en-US"/>
        </a:p>
      </dgm:t>
    </dgm:pt>
    <dgm:pt modelId="{6F5ED6F5-7F0A-D447-8658-98E27EE77CE1}" type="sibTrans" cxnId="{00A3AB2A-ECF6-9749-BAEB-792CE8822C39}">
      <dgm:prSet/>
      <dgm:spPr/>
      <dgm:t>
        <a:bodyPr/>
        <a:lstStyle/>
        <a:p>
          <a:endParaRPr lang="en-US"/>
        </a:p>
      </dgm:t>
    </dgm:pt>
    <dgm:pt modelId="{5D79C148-3C70-304F-9C72-227BC66923CB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Merge</a:t>
          </a:r>
        </a:p>
      </dgm:t>
    </dgm:pt>
    <dgm:pt modelId="{558E7883-FFBB-A34E-817A-DB485891E5E6}" type="parTrans" cxnId="{DCFA79A5-4571-F040-AEFF-2B947C23C0D8}">
      <dgm:prSet/>
      <dgm:spPr/>
      <dgm:t>
        <a:bodyPr/>
        <a:lstStyle/>
        <a:p>
          <a:endParaRPr lang="en-US"/>
        </a:p>
      </dgm:t>
    </dgm:pt>
    <dgm:pt modelId="{0C0867BB-2D84-A440-95D8-83B85E528A19}" type="sibTrans" cxnId="{DCFA79A5-4571-F040-AEFF-2B947C23C0D8}">
      <dgm:prSet/>
      <dgm:spPr/>
      <dgm:t>
        <a:bodyPr/>
        <a:lstStyle/>
        <a:p>
          <a:endParaRPr lang="en-US"/>
        </a:p>
      </dgm:t>
    </dgm:pt>
    <dgm:pt modelId="{0835C2F8-068E-AE48-B3FD-2B37B010F83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Release Schedule</a:t>
          </a:r>
        </a:p>
      </dgm:t>
    </dgm:pt>
    <dgm:pt modelId="{CBB5151D-FBFA-F443-B4C5-23DF212CDEC6}" type="parTrans" cxnId="{FC608F48-30F5-0347-B567-051FE4E32951}">
      <dgm:prSet/>
      <dgm:spPr/>
      <dgm:t>
        <a:bodyPr/>
        <a:lstStyle/>
        <a:p>
          <a:endParaRPr lang="en-US"/>
        </a:p>
      </dgm:t>
    </dgm:pt>
    <dgm:pt modelId="{F4969727-909E-7D40-BD04-F4C3450F0A5A}" type="sibTrans" cxnId="{FC608F48-30F5-0347-B567-051FE4E32951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F97955AE-EB8B-4B47-9267-EFF29E1108C7}" type="pres">
      <dgm:prSet presAssocID="{1F41853B-C099-1549-855B-A62A19064C53}" presName="parTxOnlySpace" presStyleCnt="0"/>
      <dgm:spPr/>
    </dgm:pt>
    <dgm:pt modelId="{FEAFDC6B-12D8-AD43-9F60-F7715057E525}" type="pres">
      <dgm:prSet presAssocID="{70D8BCEE-4BB8-8047-90D3-1F1D26FAF263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999FD345-B821-CE45-B923-A01F122F9F48}" type="pres">
      <dgm:prSet presAssocID="{33467430-74C2-064D-8FBF-025D3B2B0C44}" presName="parTxOnlySpace" presStyleCnt="0"/>
      <dgm:spPr/>
    </dgm:pt>
    <dgm:pt modelId="{CDC3F41D-79FF-D046-A683-6C8F2572A07F}" type="pres">
      <dgm:prSet presAssocID="{AB7141EF-4A6B-884C-B85F-A03DE1C2B55A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72F1080E-CBED-E142-A749-2375EAC5ADDF}" type="pres">
      <dgm:prSet presAssocID="{CE86A239-5C72-A142-9A18-FCE4B3D5E091}" presName="parTxOnlySpace" presStyleCnt="0"/>
      <dgm:spPr/>
    </dgm:pt>
    <dgm:pt modelId="{D53494E1-71EA-6647-B576-7122CE263A80}" type="pres">
      <dgm:prSet presAssocID="{9E4EC424-255E-D748-AA7A-2F4C7C12F00A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057DF705-BE7C-0E4D-86B9-DC0F3053F02E}" type="pres">
      <dgm:prSet presAssocID="{023A9A89-5193-DA44-9515-1B47BF7054FC}" presName="parTxOnlySpace" presStyleCnt="0"/>
      <dgm:spPr/>
    </dgm:pt>
    <dgm:pt modelId="{5AF62668-B450-CA41-9E9A-CEC4F159EC1A}" type="pres">
      <dgm:prSet presAssocID="{3F35C2BF-EF07-C241-A722-EA53BD6F619F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96CE1AAB-B477-8A45-A9B7-6EC2A52DA862}" type="pres">
      <dgm:prSet presAssocID="{50072B60-5C3A-FB4D-B3BE-5DCBB20C510B}" presName="parTxOnlySpace" presStyleCnt="0"/>
      <dgm:spPr/>
    </dgm:pt>
    <dgm:pt modelId="{503B7A22-5A5F-D34E-AB34-11AC3ACDFDCA}" type="pres">
      <dgm:prSet presAssocID="{9AD7F6FA-000A-8746-8618-72DA676BDAAE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35BEFF75-8A05-A443-AF5F-B970B25F8AD8}" type="pres">
      <dgm:prSet presAssocID="{9CA7C657-9E11-4F43-B766-04D997DE5E1C}" presName="parTxOnlySpace" presStyleCnt="0"/>
      <dgm:spPr/>
    </dgm:pt>
    <dgm:pt modelId="{54A3D6E3-2C64-6944-9C98-E18BCFD15410}" type="pres">
      <dgm:prSet presAssocID="{8F048385-9ED8-E140-A6C1-1508A58AACEF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CCC37275-0EF9-D446-8E1B-F7D11DB77682}" type="pres">
      <dgm:prSet presAssocID="{91811CBC-B7F1-024E-BD1B-E0929E042504}" presName="parTxOnlySpace" presStyleCnt="0"/>
      <dgm:spPr/>
    </dgm:pt>
    <dgm:pt modelId="{12195E32-B547-0240-8859-255F91DD525A}" type="pres">
      <dgm:prSet presAssocID="{641F2167-27A7-5C40-B34E-0CEAFCA8E29F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9A45B48E-545C-B94D-91AA-B563D40D7BF0}" type="pres">
      <dgm:prSet presAssocID="{6F5ED6F5-7F0A-D447-8658-98E27EE77CE1}" presName="parTxOnlySpace" presStyleCnt="0"/>
      <dgm:spPr/>
    </dgm:pt>
    <dgm:pt modelId="{3F3CFBFC-073E-BF43-B246-83B70AFED1EC}" type="pres">
      <dgm:prSet presAssocID="{5D79C148-3C70-304F-9C72-227BC66923CB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26C23C9D-C242-2A4C-9A0E-2E9605DB9D8E}" type="pres">
      <dgm:prSet presAssocID="{0C0867BB-2D84-A440-95D8-83B85E528A19}" presName="parTxOnlySpace" presStyleCnt="0"/>
      <dgm:spPr/>
    </dgm:pt>
    <dgm:pt modelId="{FFEC34EB-2D3D-5644-82C1-F8E9FAEC8EAD}" type="pres">
      <dgm:prSet presAssocID="{0835C2F8-068E-AE48-B3FD-2B37B010F83F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0524F128-2848-FF47-AFAA-7481E2287301}" srcId="{383B49E7-060F-644C-BC5D-5430754D0192}" destId="{9AD7F6FA-000A-8746-8618-72DA676BDAAE}" srcOrd="5" destOrd="0" parTransId="{DE5AA840-1FB9-5546-9D1A-4633691ADCA2}" sibTransId="{9CA7C657-9E11-4F43-B766-04D997DE5E1C}"/>
    <dgm:cxn modelId="{00A3AB2A-ECF6-9749-BAEB-792CE8822C39}" srcId="{383B49E7-060F-644C-BC5D-5430754D0192}" destId="{641F2167-27A7-5C40-B34E-0CEAFCA8E29F}" srcOrd="7" destOrd="0" parTransId="{E189FA69-1849-6746-9E6D-CD424B1F9728}" sibTransId="{6F5ED6F5-7F0A-D447-8658-98E27EE77CE1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FC608F48-30F5-0347-B567-051FE4E32951}" srcId="{383B49E7-060F-644C-BC5D-5430754D0192}" destId="{0835C2F8-068E-AE48-B3FD-2B37B010F83F}" srcOrd="9" destOrd="0" parTransId="{CBB5151D-FBFA-F443-B4C5-23DF212CDEC6}" sibTransId="{F4969727-909E-7D40-BD04-F4C3450F0A5A}"/>
    <dgm:cxn modelId="{448FB94B-5240-C541-B974-ED08C7C45171}" type="presOf" srcId="{55A9B451-4544-CD40-86CF-64B74C06A8CF}" destId="{98AD1763-7433-B141-B056-738A5FA7D5DD}" srcOrd="0" destOrd="0" presId="urn:microsoft.com/office/officeart/2005/8/layout/chevron1"/>
    <dgm:cxn modelId="{D91E424C-46CE-D84F-9EE9-14A40F8D50D9}" srcId="{383B49E7-060F-644C-BC5D-5430754D0192}" destId="{70D8BCEE-4BB8-8047-90D3-1F1D26FAF263}" srcOrd="1" destOrd="0" parTransId="{139E1A46-36C2-C440-B9A2-D5E2D3FB0EF1}" sibTransId="{33467430-74C2-064D-8FBF-025D3B2B0C44}"/>
    <dgm:cxn modelId="{87219258-5556-4F43-83E4-C9D878C603DC}" type="presOf" srcId="{641F2167-27A7-5C40-B34E-0CEAFCA8E29F}" destId="{12195E32-B547-0240-8859-255F91DD525A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8730BF5F-E86C-C643-A9B5-908F72C976D0}" type="presOf" srcId="{8F048385-9ED8-E140-A6C1-1508A58AACEF}" destId="{54A3D6E3-2C64-6944-9C98-E18BCFD15410}" srcOrd="0" destOrd="0" presId="urn:microsoft.com/office/officeart/2005/8/layout/chevron1"/>
    <dgm:cxn modelId="{97E21D78-5892-EF4E-934D-217358A5D542}" type="presOf" srcId="{5D79C148-3C70-304F-9C72-227BC66923CB}" destId="{3F3CFBFC-073E-BF43-B246-83B70AFED1EC}" srcOrd="0" destOrd="0" presId="urn:microsoft.com/office/officeart/2005/8/layout/chevron1"/>
    <dgm:cxn modelId="{0F78AF8A-E654-3846-A9FF-7E1E68F59844}" srcId="{383B49E7-060F-644C-BC5D-5430754D0192}" destId="{AB7141EF-4A6B-884C-B85F-A03DE1C2B55A}" srcOrd="2" destOrd="0" parTransId="{3DDD9623-E588-924C-BB5F-D2C81E312F39}" sibTransId="{CE86A239-5C72-A142-9A18-FCE4B3D5E091}"/>
    <dgm:cxn modelId="{4A273898-CF45-1F4D-9FD3-A6A00485CDA6}" srcId="{383B49E7-060F-644C-BC5D-5430754D0192}" destId="{8F048385-9ED8-E140-A6C1-1508A58AACEF}" srcOrd="6" destOrd="0" parTransId="{81E18446-F194-8A4C-A89B-EC0F220B0E71}" sibTransId="{91811CBC-B7F1-024E-BD1B-E0929E042504}"/>
    <dgm:cxn modelId="{6A145C9E-F503-0149-AB50-2DCE7BDC89F5}" type="presOf" srcId="{AB7141EF-4A6B-884C-B85F-A03DE1C2B55A}" destId="{CDC3F41D-79FF-D046-A683-6C8F2572A07F}" srcOrd="0" destOrd="0" presId="urn:microsoft.com/office/officeart/2005/8/layout/chevron1"/>
    <dgm:cxn modelId="{0DD313A4-E5F1-F944-A5D7-78E3E5FA0AAC}" type="presOf" srcId="{9E4EC424-255E-D748-AA7A-2F4C7C12F00A}" destId="{D53494E1-71EA-6647-B576-7122CE263A80}" srcOrd="0" destOrd="0" presId="urn:microsoft.com/office/officeart/2005/8/layout/chevron1"/>
    <dgm:cxn modelId="{DCFA79A5-4571-F040-AEFF-2B947C23C0D8}" srcId="{383B49E7-060F-644C-BC5D-5430754D0192}" destId="{5D79C148-3C70-304F-9C72-227BC66923CB}" srcOrd="8" destOrd="0" parTransId="{558E7883-FFBB-A34E-817A-DB485891E5E6}" sibTransId="{0C0867BB-2D84-A440-95D8-83B85E528A19}"/>
    <dgm:cxn modelId="{3F1933D4-B9D2-FC43-8075-BD3BA2DDC769}" type="presOf" srcId="{3F35C2BF-EF07-C241-A722-EA53BD6F619F}" destId="{5AF62668-B450-CA41-9E9A-CEC4F159EC1A}" srcOrd="0" destOrd="0" presId="urn:microsoft.com/office/officeart/2005/8/layout/chevron1"/>
    <dgm:cxn modelId="{45A740DC-EC8D-3E4B-8671-C4C19E6A6924}" srcId="{383B49E7-060F-644C-BC5D-5430754D0192}" destId="{3F35C2BF-EF07-C241-A722-EA53BD6F619F}" srcOrd="4" destOrd="0" parTransId="{1BB256A6-5146-F64B-92B8-3F481A775723}" sibTransId="{50072B60-5C3A-FB4D-B3BE-5DCBB20C510B}"/>
    <dgm:cxn modelId="{ACB6BFDD-FC61-8642-946A-311F003584B1}" type="presOf" srcId="{70D8BCEE-4BB8-8047-90D3-1F1D26FAF263}" destId="{FEAFDC6B-12D8-AD43-9F60-F7715057E525}" srcOrd="0" destOrd="0" presId="urn:microsoft.com/office/officeart/2005/8/layout/chevron1"/>
    <dgm:cxn modelId="{48EEF7E0-8231-974C-BC71-DACA3364814E}" type="presOf" srcId="{9AD7F6FA-000A-8746-8618-72DA676BDAAE}" destId="{503B7A22-5A5F-D34E-AB34-11AC3ACDFDCA}" srcOrd="0" destOrd="0" presId="urn:microsoft.com/office/officeart/2005/8/layout/chevron1"/>
    <dgm:cxn modelId="{85D7F3E8-D82A-0648-A134-B79215FD3EF8}" type="presOf" srcId="{0835C2F8-068E-AE48-B3FD-2B37B010F83F}" destId="{FFEC34EB-2D3D-5644-82C1-F8E9FAEC8EAD}" srcOrd="0" destOrd="0" presId="urn:microsoft.com/office/officeart/2005/8/layout/chevron1"/>
    <dgm:cxn modelId="{6C9659F5-7786-754E-B739-2AA4F61E171A}" srcId="{383B49E7-060F-644C-BC5D-5430754D0192}" destId="{9E4EC424-255E-D748-AA7A-2F4C7C12F00A}" srcOrd="3" destOrd="0" parTransId="{8B448E92-BE43-8349-993F-A8E80426D891}" sibTransId="{023A9A89-5193-DA44-9515-1B47BF7054FC}"/>
    <dgm:cxn modelId="{D2E3F147-F079-524F-81A4-C8F6ADAD0F43}" type="presParOf" srcId="{1DB3B44C-7467-AE4D-9230-CD12A1D6E611}" destId="{98AD1763-7433-B141-B056-738A5FA7D5DD}" srcOrd="0" destOrd="0" presId="urn:microsoft.com/office/officeart/2005/8/layout/chevron1"/>
    <dgm:cxn modelId="{E3F46A2D-3083-8041-893E-2C7AC8686EA7}" type="presParOf" srcId="{1DB3B44C-7467-AE4D-9230-CD12A1D6E611}" destId="{F97955AE-EB8B-4B47-9267-EFF29E1108C7}" srcOrd="1" destOrd="0" presId="urn:microsoft.com/office/officeart/2005/8/layout/chevron1"/>
    <dgm:cxn modelId="{9B663221-6B59-0A44-B18B-6EBCF7709C41}" type="presParOf" srcId="{1DB3B44C-7467-AE4D-9230-CD12A1D6E611}" destId="{FEAFDC6B-12D8-AD43-9F60-F7715057E525}" srcOrd="2" destOrd="0" presId="urn:microsoft.com/office/officeart/2005/8/layout/chevron1"/>
    <dgm:cxn modelId="{2E53FCAD-C492-2446-8356-B1C013AE2BC1}" type="presParOf" srcId="{1DB3B44C-7467-AE4D-9230-CD12A1D6E611}" destId="{999FD345-B821-CE45-B923-A01F122F9F48}" srcOrd="3" destOrd="0" presId="urn:microsoft.com/office/officeart/2005/8/layout/chevron1"/>
    <dgm:cxn modelId="{ADC718D3-6485-1C4D-9B3B-980B43064C96}" type="presParOf" srcId="{1DB3B44C-7467-AE4D-9230-CD12A1D6E611}" destId="{CDC3F41D-79FF-D046-A683-6C8F2572A07F}" srcOrd="4" destOrd="0" presId="urn:microsoft.com/office/officeart/2005/8/layout/chevron1"/>
    <dgm:cxn modelId="{064AFD39-0675-E246-84BD-51758170ED61}" type="presParOf" srcId="{1DB3B44C-7467-AE4D-9230-CD12A1D6E611}" destId="{72F1080E-CBED-E142-A749-2375EAC5ADDF}" srcOrd="5" destOrd="0" presId="urn:microsoft.com/office/officeart/2005/8/layout/chevron1"/>
    <dgm:cxn modelId="{E21087D7-4AC0-6A43-AAB8-66E3D8FFCDC2}" type="presParOf" srcId="{1DB3B44C-7467-AE4D-9230-CD12A1D6E611}" destId="{D53494E1-71EA-6647-B576-7122CE263A80}" srcOrd="6" destOrd="0" presId="urn:microsoft.com/office/officeart/2005/8/layout/chevron1"/>
    <dgm:cxn modelId="{EA6972D8-77C0-1341-A566-9E53B7BF9911}" type="presParOf" srcId="{1DB3B44C-7467-AE4D-9230-CD12A1D6E611}" destId="{057DF705-BE7C-0E4D-86B9-DC0F3053F02E}" srcOrd="7" destOrd="0" presId="urn:microsoft.com/office/officeart/2005/8/layout/chevron1"/>
    <dgm:cxn modelId="{D6215170-269D-0348-84B4-3BA5D1CEF44D}" type="presParOf" srcId="{1DB3B44C-7467-AE4D-9230-CD12A1D6E611}" destId="{5AF62668-B450-CA41-9E9A-CEC4F159EC1A}" srcOrd="8" destOrd="0" presId="urn:microsoft.com/office/officeart/2005/8/layout/chevron1"/>
    <dgm:cxn modelId="{C4CAF453-F5C3-C14B-AE5A-99D5B12441E9}" type="presParOf" srcId="{1DB3B44C-7467-AE4D-9230-CD12A1D6E611}" destId="{96CE1AAB-B477-8A45-A9B7-6EC2A52DA862}" srcOrd="9" destOrd="0" presId="urn:microsoft.com/office/officeart/2005/8/layout/chevron1"/>
    <dgm:cxn modelId="{03B3F5F6-0646-5343-96D4-C37B0BAFF158}" type="presParOf" srcId="{1DB3B44C-7467-AE4D-9230-CD12A1D6E611}" destId="{503B7A22-5A5F-D34E-AB34-11AC3ACDFDCA}" srcOrd="10" destOrd="0" presId="urn:microsoft.com/office/officeart/2005/8/layout/chevron1"/>
    <dgm:cxn modelId="{D54392FD-0BDE-FD46-B7FA-D03DD3AB3EA8}" type="presParOf" srcId="{1DB3B44C-7467-AE4D-9230-CD12A1D6E611}" destId="{35BEFF75-8A05-A443-AF5F-B970B25F8AD8}" srcOrd="11" destOrd="0" presId="urn:microsoft.com/office/officeart/2005/8/layout/chevron1"/>
    <dgm:cxn modelId="{A9092F2E-533D-3F48-9DD1-194ED35B430E}" type="presParOf" srcId="{1DB3B44C-7467-AE4D-9230-CD12A1D6E611}" destId="{54A3D6E3-2C64-6944-9C98-E18BCFD15410}" srcOrd="12" destOrd="0" presId="urn:microsoft.com/office/officeart/2005/8/layout/chevron1"/>
    <dgm:cxn modelId="{F050E253-97BC-D54B-88CE-EDC0B8082862}" type="presParOf" srcId="{1DB3B44C-7467-AE4D-9230-CD12A1D6E611}" destId="{CCC37275-0EF9-D446-8E1B-F7D11DB77682}" srcOrd="13" destOrd="0" presId="urn:microsoft.com/office/officeart/2005/8/layout/chevron1"/>
    <dgm:cxn modelId="{37E2C2A9-25EE-2643-8558-8839DD81CBCE}" type="presParOf" srcId="{1DB3B44C-7467-AE4D-9230-CD12A1D6E611}" destId="{12195E32-B547-0240-8859-255F91DD525A}" srcOrd="14" destOrd="0" presId="urn:microsoft.com/office/officeart/2005/8/layout/chevron1"/>
    <dgm:cxn modelId="{08382FAE-DD70-9541-8023-2D21A2BF5F02}" type="presParOf" srcId="{1DB3B44C-7467-AE4D-9230-CD12A1D6E611}" destId="{9A45B48E-545C-B94D-91AA-B563D40D7BF0}" srcOrd="15" destOrd="0" presId="urn:microsoft.com/office/officeart/2005/8/layout/chevron1"/>
    <dgm:cxn modelId="{1F58C292-3EFA-F640-B53A-0468E6367221}" type="presParOf" srcId="{1DB3B44C-7467-AE4D-9230-CD12A1D6E611}" destId="{3F3CFBFC-073E-BF43-B246-83B70AFED1EC}" srcOrd="16" destOrd="0" presId="urn:microsoft.com/office/officeart/2005/8/layout/chevron1"/>
    <dgm:cxn modelId="{290C28D0-B856-194E-BE3D-0608FD01AEFC}" type="presParOf" srcId="{1DB3B44C-7467-AE4D-9230-CD12A1D6E611}" destId="{26C23C9D-C242-2A4C-9A0E-2E9605DB9D8E}" srcOrd="17" destOrd="0" presId="urn:microsoft.com/office/officeart/2005/8/layout/chevron1"/>
    <dgm:cxn modelId="{5C847818-D6BD-4D41-AA91-C5B1F41360C8}" type="presParOf" srcId="{1DB3B44C-7467-AE4D-9230-CD12A1D6E611}" destId="{FFEC34EB-2D3D-5644-82C1-F8E9FAEC8EAD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Requirements Gathering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97F26437-EB91-C941-8948-285AA53CBFE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SRD</a:t>
          </a:r>
        </a:p>
      </dgm:t>
    </dgm:pt>
    <dgm:pt modelId="{C6A6C469-862E-9340-92BD-B09588B78FAF}" type="parTrans" cxnId="{B1F354AF-2517-D643-BD9F-4E6E1597FA3D}">
      <dgm:prSet/>
      <dgm:spPr/>
      <dgm:t>
        <a:bodyPr/>
        <a:lstStyle/>
        <a:p>
          <a:endParaRPr lang="en-US"/>
        </a:p>
      </dgm:t>
    </dgm:pt>
    <dgm:pt modelId="{EDC0CE01-EB88-C846-8B2C-731C6E538DD8}" type="sibTrans" cxnId="{B1F354AF-2517-D643-BD9F-4E6E1597FA3D}">
      <dgm:prSet/>
      <dgm:spPr/>
      <dgm:t>
        <a:bodyPr/>
        <a:lstStyle/>
        <a:p>
          <a:endParaRPr lang="en-US"/>
        </a:p>
      </dgm:t>
    </dgm:pt>
    <dgm:pt modelId="{F71DB235-0DCC-A84B-A7AB-F30119A5915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Network Design</a:t>
          </a:r>
        </a:p>
      </dgm:t>
    </dgm:pt>
    <dgm:pt modelId="{E5FF5F4F-25C7-FF4F-82F8-2A69E4A3EE82}" type="parTrans" cxnId="{BE1FCD7B-3F7D-FE4D-AB6E-D95D78A8E35D}">
      <dgm:prSet/>
      <dgm:spPr/>
      <dgm:t>
        <a:bodyPr/>
        <a:lstStyle/>
        <a:p>
          <a:endParaRPr lang="en-US"/>
        </a:p>
      </dgm:t>
    </dgm:pt>
    <dgm:pt modelId="{64C1D361-86D1-A14E-8222-5B37B4C098A5}" type="sibTrans" cxnId="{BE1FCD7B-3F7D-FE4D-AB6E-D95D78A8E35D}">
      <dgm:prSet/>
      <dgm:spPr/>
      <dgm:t>
        <a:bodyPr/>
        <a:lstStyle/>
        <a:p>
          <a:endParaRPr lang="en-US"/>
        </a:p>
      </dgm:t>
    </dgm:pt>
    <dgm:pt modelId="{07B89EDA-FEDC-EF4A-A2BF-3825B4B182B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SDD</a:t>
          </a:r>
        </a:p>
      </dgm:t>
    </dgm:pt>
    <dgm:pt modelId="{AB099CFD-F311-5E45-8DA9-AFC1E2B6233C}" type="parTrans" cxnId="{F7C02DCF-ABCB-5345-B95F-8A4A9E1057D0}">
      <dgm:prSet/>
      <dgm:spPr/>
      <dgm:t>
        <a:bodyPr/>
        <a:lstStyle/>
        <a:p>
          <a:endParaRPr lang="en-US"/>
        </a:p>
      </dgm:t>
    </dgm:pt>
    <dgm:pt modelId="{1EEB9379-30EF-3645-A14F-C204169AD306}" type="sibTrans" cxnId="{F7C02DCF-ABCB-5345-B95F-8A4A9E1057D0}">
      <dgm:prSet/>
      <dgm:spPr/>
      <dgm:t>
        <a:bodyPr/>
        <a:lstStyle/>
        <a:p>
          <a:endParaRPr lang="en-US"/>
        </a:p>
      </dgm:t>
    </dgm:pt>
    <dgm:pt modelId="{8EC417A5-5ECA-C642-BD84-33F1B8C929EB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Migration Strategy</a:t>
          </a:r>
        </a:p>
      </dgm:t>
    </dgm:pt>
    <dgm:pt modelId="{E05B9C70-9B70-0F47-BC9E-882FE9B85365}" type="parTrans" cxnId="{C05F3A0A-5659-2941-8F88-1AC502A0A31C}">
      <dgm:prSet/>
      <dgm:spPr/>
      <dgm:t>
        <a:bodyPr/>
        <a:lstStyle/>
        <a:p>
          <a:endParaRPr lang="en-US"/>
        </a:p>
      </dgm:t>
    </dgm:pt>
    <dgm:pt modelId="{56328617-8902-D047-9B72-350CE5B73549}" type="sibTrans" cxnId="{C05F3A0A-5659-2941-8F88-1AC502A0A31C}">
      <dgm:prSet/>
      <dgm:spPr/>
      <dgm:t>
        <a:bodyPr/>
        <a:lstStyle/>
        <a:p>
          <a:endParaRPr lang="en-US"/>
        </a:p>
      </dgm:t>
    </dgm:pt>
    <dgm:pt modelId="{91F82710-BE32-3D4B-9C71-C5331B19FF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 Plans</a:t>
          </a:r>
        </a:p>
      </dgm:t>
    </dgm:pt>
    <dgm:pt modelId="{EDC106BE-FE96-3645-9217-B1C2EDB97D69}" type="parTrans" cxnId="{CCC89A3E-7FD6-2140-B478-4717506A0D67}">
      <dgm:prSet/>
      <dgm:spPr/>
      <dgm:t>
        <a:bodyPr/>
        <a:lstStyle/>
        <a:p>
          <a:endParaRPr lang="en-US"/>
        </a:p>
      </dgm:t>
    </dgm:pt>
    <dgm:pt modelId="{9223479E-2F3A-754B-BE86-CD4C9CB93FFD}" type="sibTrans" cxnId="{CCC89A3E-7FD6-2140-B478-4717506A0D67}">
      <dgm:prSet/>
      <dgm:spPr/>
      <dgm:t>
        <a:bodyPr/>
        <a:lstStyle/>
        <a:p>
          <a:endParaRPr lang="en-US"/>
        </a:p>
      </dgm:t>
    </dgm:pt>
    <dgm:pt modelId="{3F3B1D5A-3987-AC40-AF8A-15B1680A69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Plans</a:t>
          </a:r>
        </a:p>
      </dgm:t>
    </dgm:pt>
    <dgm:pt modelId="{1D7E3CB1-1FFD-3D4C-8102-1ADD7CAAEE15}" type="parTrans" cxnId="{DC4D3DBB-ECEC-884B-B9FD-18128F9ABA3B}">
      <dgm:prSet/>
      <dgm:spPr/>
      <dgm:t>
        <a:bodyPr/>
        <a:lstStyle/>
        <a:p>
          <a:endParaRPr lang="en-US"/>
        </a:p>
      </dgm:t>
    </dgm:pt>
    <dgm:pt modelId="{A7E3D629-F759-0B4A-A5D1-FD032E0FFDA9}" type="sibTrans" cxnId="{DC4D3DBB-ECEC-884B-B9FD-18128F9ABA3B}">
      <dgm:prSet/>
      <dgm:spPr/>
      <dgm:t>
        <a:bodyPr/>
        <a:lstStyle/>
        <a:p>
          <a:endParaRPr lang="en-US"/>
        </a:p>
      </dgm:t>
    </dgm:pt>
    <dgm:pt modelId="{CB61C2F8-4717-1F4E-8B8F-B05820899B2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Cases</a:t>
          </a:r>
        </a:p>
      </dgm:t>
    </dgm:pt>
    <dgm:pt modelId="{AB4E4420-9260-1A4F-90E2-A909E285073E}" type="parTrans" cxnId="{AD1AB2CA-2F36-394E-B155-771AD472518B}">
      <dgm:prSet/>
      <dgm:spPr/>
      <dgm:t>
        <a:bodyPr/>
        <a:lstStyle/>
        <a:p>
          <a:endParaRPr lang="en-US"/>
        </a:p>
      </dgm:t>
    </dgm:pt>
    <dgm:pt modelId="{30BCCF76-6BCD-2F47-BEE3-5370BE1B9D58}" type="sibTrans" cxnId="{AD1AB2CA-2F36-394E-B155-771AD472518B}">
      <dgm:prSet/>
      <dgm:spPr/>
      <dgm:t>
        <a:bodyPr/>
        <a:lstStyle/>
        <a:p>
          <a:endParaRPr lang="en-US"/>
        </a:p>
      </dgm:t>
    </dgm:pt>
    <dgm:pt modelId="{8C88137A-FB47-6849-AB96-E042C04E93A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Production Implementation</a:t>
          </a:r>
        </a:p>
      </dgm:t>
    </dgm:pt>
    <dgm:pt modelId="{DFCD612F-8B90-F04A-9B84-E640D114B9D4}" type="parTrans" cxnId="{61AF466A-E759-324B-BE3A-F22F2DFB7106}">
      <dgm:prSet/>
      <dgm:spPr/>
      <dgm:t>
        <a:bodyPr/>
        <a:lstStyle/>
        <a:p>
          <a:endParaRPr lang="en-US"/>
        </a:p>
      </dgm:t>
    </dgm:pt>
    <dgm:pt modelId="{836F8D54-0F54-7548-8BB7-F3718F4CCCDB}" type="sibTrans" cxnId="{61AF466A-E759-324B-BE3A-F22F2DFB7106}">
      <dgm:prSet/>
      <dgm:spPr/>
      <dgm:t>
        <a:bodyPr/>
        <a:lstStyle/>
        <a:p>
          <a:endParaRPr lang="en-US"/>
        </a:p>
      </dgm:t>
    </dgm:pt>
    <dgm:pt modelId="{7AB8539C-E848-114A-ACEB-A5D718CA1FB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Testing</a:t>
          </a:r>
        </a:p>
      </dgm:t>
    </dgm:pt>
    <dgm:pt modelId="{08D983F0-B3B5-9D48-A488-7E516045327D}" type="parTrans" cxnId="{02C6DC66-8C7A-A040-954D-0709300A1421}">
      <dgm:prSet/>
      <dgm:spPr/>
      <dgm:t>
        <a:bodyPr/>
        <a:lstStyle/>
        <a:p>
          <a:endParaRPr lang="en-US"/>
        </a:p>
      </dgm:t>
    </dgm:pt>
    <dgm:pt modelId="{DD4859AC-0598-9045-B67F-8C7A8FA02D00}" type="sibTrans" cxnId="{02C6DC66-8C7A-A040-954D-0709300A1421}">
      <dgm:prSet/>
      <dgm:spPr/>
      <dgm:t>
        <a:bodyPr/>
        <a:lstStyle/>
        <a:p>
          <a:endParaRPr lang="en-US"/>
        </a:p>
      </dgm:t>
    </dgm:pt>
    <dgm:pt modelId="{E78953A3-7F01-D843-A46D-AF50935AE038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Reports</a:t>
          </a:r>
        </a:p>
      </dgm:t>
    </dgm:pt>
    <dgm:pt modelId="{21D38BDB-4B32-2240-B1B7-67F252AF925C}" type="parTrans" cxnId="{A61DCE28-25FE-8E45-97D8-C44E43357D99}">
      <dgm:prSet/>
      <dgm:spPr/>
      <dgm:t>
        <a:bodyPr/>
        <a:lstStyle/>
        <a:p>
          <a:endParaRPr lang="en-US"/>
        </a:p>
      </dgm:t>
    </dgm:pt>
    <dgm:pt modelId="{734A9093-79A1-ED4E-8498-F4A22161B161}" type="sibTrans" cxnId="{A61DCE28-25FE-8E45-97D8-C44E43357D99}">
      <dgm:prSet/>
      <dgm:spPr/>
      <dgm:t>
        <a:bodyPr/>
        <a:lstStyle/>
        <a:p>
          <a:endParaRPr lang="en-US"/>
        </a:p>
      </dgm:t>
    </dgm:pt>
    <dgm:pt modelId="{8179F2A2-3BFE-194B-88C5-BAD6E5A073A1}">
      <dgm:prSet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Technology Assessment</a:t>
          </a:r>
        </a:p>
      </dgm:t>
    </dgm:pt>
    <dgm:pt modelId="{A9494E38-3C5A-F345-A083-78B3A804FA28}" type="parTrans" cxnId="{982B4330-5C56-584D-8AE8-298D70F2B9BD}">
      <dgm:prSet/>
      <dgm:spPr/>
      <dgm:t>
        <a:bodyPr/>
        <a:lstStyle/>
        <a:p>
          <a:endParaRPr lang="en-US"/>
        </a:p>
      </dgm:t>
    </dgm:pt>
    <dgm:pt modelId="{1EAB1701-E495-8748-8CE0-99FB822E36CD}" type="sibTrans" cxnId="{982B4330-5C56-584D-8AE8-298D70F2B9BD}">
      <dgm:prSet/>
      <dgm:spPr/>
      <dgm:t>
        <a:bodyPr/>
        <a:lstStyle/>
        <a:p>
          <a:endParaRPr lang="en-US"/>
        </a:p>
      </dgm:t>
    </dgm:pt>
    <dgm:pt modelId="{BA50D275-8F4F-C349-B3A0-CCDCF2BD1C78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Assessment</a:t>
          </a:r>
        </a:p>
      </dgm:t>
    </dgm:pt>
    <dgm:pt modelId="{D85A3E4F-5789-4741-B4B6-8B2F8B429ACF}" type="parTrans" cxnId="{2DC7FE16-53FB-2F40-ADEA-8BC71008CF93}">
      <dgm:prSet/>
      <dgm:spPr/>
      <dgm:t>
        <a:bodyPr/>
        <a:lstStyle/>
        <a:p>
          <a:endParaRPr lang="en-US"/>
        </a:p>
      </dgm:t>
    </dgm:pt>
    <dgm:pt modelId="{AC2D157D-4959-7D4A-A2B2-77A7A79E359A}" type="sibTrans" cxnId="{2DC7FE16-53FB-2F40-ADEA-8BC71008CF93}">
      <dgm:prSet/>
      <dgm:spPr/>
      <dgm:t>
        <a:bodyPr/>
        <a:lstStyle/>
        <a:p>
          <a:endParaRPr lang="en-US"/>
        </a:p>
      </dgm:t>
    </dgm:pt>
    <dgm:pt modelId="{B4342578-ED3C-3A41-92D4-B7341347451C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Lab build</a:t>
          </a:r>
        </a:p>
      </dgm:t>
    </dgm:pt>
    <dgm:pt modelId="{133BADAA-5036-874D-8356-05C2BFA251E7}" type="parTrans" cxnId="{4578A2BF-913F-4946-805B-A247D3514B60}">
      <dgm:prSet/>
      <dgm:spPr/>
      <dgm:t>
        <a:bodyPr/>
        <a:lstStyle/>
        <a:p>
          <a:endParaRPr lang="en-US"/>
        </a:p>
      </dgm:t>
    </dgm:pt>
    <dgm:pt modelId="{6B2FB71E-3131-9B4E-903B-C3BB252F037B}" type="sibTrans" cxnId="{4578A2BF-913F-4946-805B-A247D3514B60}">
      <dgm:prSet/>
      <dgm:spPr/>
      <dgm:t>
        <a:bodyPr/>
        <a:lstStyle/>
        <a:p>
          <a:endParaRPr lang="en-US"/>
        </a:p>
      </dgm:t>
    </dgm:pt>
    <dgm:pt modelId="{0D734B6A-8DDD-B44E-A020-5E19B25EE570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Lab PoC</a:t>
          </a:r>
        </a:p>
      </dgm:t>
    </dgm:pt>
    <dgm:pt modelId="{8A94BF15-5723-E24C-A9C0-E2A3A7952ED4}" type="parTrans" cxnId="{3D97B065-8A1B-9142-90B8-E42615FB5F99}">
      <dgm:prSet/>
      <dgm:spPr/>
      <dgm:t>
        <a:bodyPr/>
        <a:lstStyle/>
        <a:p>
          <a:endParaRPr lang="en-US"/>
        </a:p>
      </dgm:t>
    </dgm:pt>
    <dgm:pt modelId="{1FFCE7F5-E59D-6E44-B164-04AD3519E8CF}" type="sibTrans" cxnId="{3D97B065-8A1B-9142-90B8-E42615FB5F99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5">
        <dgm:presLayoutVars>
          <dgm:chMax val="0"/>
          <dgm:chPref val="0"/>
          <dgm:bulletEnabled val="1"/>
        </dgm:presLayoutVars>
      </dgm:prSet>
      <dgm:spPr/>
    </dgm:pt>
    <dgm:pt modelId="{AEDD22D8-1B9A-5F49-A8EF-BF7F016DADEE}" type="pres">
      <dgm:prSet presAssocID="{1F41853B-C099-1549-855B-A62A19064C53}" presName="parTxOnlySpace" presStyleCnt="0"/>
      <dgm:spPr/>
    </dgm:pt>
    <dgm:pt modelId="{B1BA47BC-0F0D-FA45-9AD4-0D38494B05F4}" type="pres">
      <dgm:prSet presAssocID="{8179F2A2-3BFE-194B-88C5-BAD6E5A073A1}" presName="parTxOnly" presStyleLbl="node1" presStyleIdx="1" presStyleCnt="15">
        <dgm:presLayoutVars>
          <dgm:chMax val="0"/>
          <dgm:chPref val="0"/>
          <dgm:bulletEnabled val="1"/>
        </dgm:presLayoutVars>
      </dgm:prSet>
      <dgm:spPr/>
    </dgm:pt>
    <dgm:pt modelId="{9C350751-7FA4-4F4B-A3B6-52BA491F526D}" type="pres">
      <dgm:prSet presAssocID="{1EAB1701-E495-8748-8CE0-99FB822E36CD}" presName="parTxOnlySpace" presStyleCnt="0"/>
      <dgm:spPr/>
    </dgm:pt>
    <dgm:pt modelId="{0E438F55-0AD6-A94F-9469-2CA709F3A391}" type="pres">
      <dgm:prSet presAssocID="{97F26437-EB91-C941-8948-285AA53CBFE3}" presName="parTxOnly" presStyleLbl="node1" presStyleIdx="2" presStyleCnt="15">
        <dgm:presLayoutVars>
          <dgm:chMax val="0"/>
          <dgm:chPref val="0"/>
          <dgm:bulletEnabled val="1"/>
        </dgm:presLayoutVars>
      </dgm:prSet>
      <dgm:spPr/>
    </dgm:pt>
    <dgm:pt modelId="{01906495-B3BC-C145-8FD6-6BC176A4DA4F}" type="pres">
      <dgm:prSet presAssocID="{EDC0CE01-EB88-C846-8B2C-731C6E538DD8}" presName="parTxOnlySpace" presStyleCnt="0"/>
      <dgm:spPr/>
    </dgm:pt>
    <dgm:pt modelId="{3BA502E2-CAA2-EC45-90DB-2360A508B246}" type="pres">
      <dgm:prSet presAssocID="{F71DB235-0DCC-A84B-A7AB-F30119A59150}" presName="parTxOnly" presStyleLbl="node1" presStyleIdx="3" presStyleCnt="15">
        <dgm:presLayoutVars>
          <dgm:chMax val="0"/>
          <dgm:chPref val="0"/>
          <dgm:bulletEnabled val="1"/>
        </dgm:presLayoutVars>
      </dgm:prSet>
      <dgm:spPr/>
    </dgm:pt>
    <dgm:pt modelId="{3C79F8E2-D82C-AF4E-8604-4015103EC861}" type="pres">
      <dgm:prSet presAssocID="{64C1D361-86D1-A14E-8222-5B37B4C098A5}" presName="parTxOnlySpace" presStyleCnt="0"/>
      <dgm:spPr/>
    </dgm:pt>
    <dgm:pt modelId="{822CDF41-5AC2-8044-ACDA-86F871023A4E}" type="pres">
      <dgm:prSet presAssocID="{BA50D275-8F4F-C349-B3A0-CCDCF2BD1C78}" presName="parTxOnly" presStyleLbl="node1" presStyleIdx="4" presStyleCnt="15">
        <dgm:presLayoutVars>
          <dgm:chMax val="0"/>
          <dgm:chPref val="0"/>
          <dgm:bulletEnabled val="1"/>
        </dgm:presLayoutVars>
      </dgm:prSet>
      <dgm:spPr/>
    </dgm:pt>
    <dgm:pt modelId="{CF61C3E6-B444-DF46-A8E9-64D44025A2EC}" type="pres">
      <dgm:prSet presAssocID="{AC2D157D-4959-7D4A-A2B2-77A7A79E359A}" presName="parTxOnlySpace" presStyleCnt="0"/>
      <dgm:spPr/>
    </dgm:pt>
    <dgm:pt modelId="{7AD32CBD-7A4D-BA44-9643-D249691B5889}" type="pres">
      <dgm:prSet presAssocID="{07B89EDA-FEDC-EF4A-A2BF-3825B4B182BE}" presName="parTxOnly" presStyleLbl="node1" presStyleIdx="5" presStyleCnt="15">
        <dgm:presLayoutVars>
          <dgm:chMax val="0"/>
          <dgm:chPref val="0"/>
          <dgm:bulletEnabled val="1"/>
        </dgm:presLayoutVars>
      </dgm:prSet>
      <dgm:spPr/>
    </dgm:pt>
    <dgm:pt modelId="{50629EF6-4A22-1745-80F4-0F4E316DF574}" type="pres">
      <dgm:prSet presAssocID="{1EEB9379-30EF-3645-A14F-C204169AD306}" presName="parTxOnlySpace" presStyleCnt="0"/>
      <dgm:spPr/>
    </dgm:pt>
    <dgm:pt modelId="{FBC20F8B-CB96-5A41-A1C4-D3AEA594FF49}" type="pres">
      <dgm:prSet presAssocID="{8EC417A5-5ECA-C642-BD84-33F1B8C929EB}" presName="parTxOnly" presStyleLbl="node1" presStyleIdx="6" presStyleCnt="15">
        <dgm:presLayoutVars>
          <dgm:chMax val="0"/>
          <dgm:chPref val="0"/>
          <dgm:bulletEnabled val="1"/>
        </dgm:presLayoutVars>
      </dgm:prSet>
      <dgm:spPr/>
    </dgm:pt>
    <dgm:pt modelId="{62263960-F59B-464A-878B-C43BFFB0FFB8}" type="pres">
      <dgm:prSet presAssocID="{56328617-8902-D047-9B72-350CE5B73549}" presName="parTxOnlySpace" presStyleCnt="0"/>
      <dgm:spPr/>
    </dgm:pt>
    <dgm:pt modelId="{249B4738-EDE4-ED4B-A309-6878AAF0261C}" type="pres">
      <dgm:prSet presAssocID="{91F82710-BE32-3D4B-9C71-C5331B19FF80}" presName="parTxOnly" presStyleLbl="node1" presStyleIdx="7" presStyleCnt="15">
        <dgm:presLayoutVars>
          <dgm:chMax val="0"/>
          <dgm:chPref val="0"/>
          <dgm:bulletEnabled val="1"/>
        </dgm:presLayoutVars>
      </dgm:prSet>
      <dgm:spPr/>
    </dgm:pt>
    <dgm:pt modelId="{0BD00DC4-0E51-C14E-9053-433AC904BF6F}" type="pres">
      <dgm:prSet presAssocID="{9223479E-2F3A-754B-BE86-CD4C9CB93FFD}" presName="parTxOnlySpace" presStyleCnt="0"/>
      <dgm:spPr/>
    </dgm:pt>
    <dgm:pt modelId="{7FC1DEBC-F4F9-854F-9E20-0C57932D8052}" type="pres">
      <dgm:prSet presAssocID="{3F3B1D5A-3987-AC40-AF8A-15B1680A69BB}" presName="parTxOnly" presStyleLbl="node1" presStyleIdx="8" presStyleCnt="15">
        <dgm:presLayoutVars>
          <dgm:chMax val="0"/>
          <dgm:chPref val="0"/>
          <dgm:bulletEnabled val="1"/>
        </dgm:presLayoutVars>
      </dgm:prSet>
      <dgm:spPr/>
    </dgm:pt>
    <dgm:pt modelId="{748DC326-5658-6047-AE99-7AA7AA52A126}" type="pres">
      <dgm:prSet presAssocID="{A7E3D629-F759-0B4A-A5D1-FD032E0FFDA9}" presName="parTxOnlySpace" presStyleCnt="0"/>
      <dgm:spPr/>
    </dgm:pt>
    <dgm:pt modelId="{B58CF005-4B43-404F-A643-1100E2CF81FF}" type="pres">
      <dgm:prSet presAssocID="{CB61C2F8-4717-1F4E-8B8F-B05820899B2D}" presName="parTxOnly" presStyleLbl="node1" presStyleIdx="9" presStyleCnt="15">
        <dgm:presLayoutVars>
          <dgm:chMax val="0"/>
          <dgm:chPref val="0"/>
          <dgm:bulletEnabled val="1"/>
        </dgm:presLayoutVars>
      </dgm:prSet>
      <dgm:spPr/>
    </dgm:pt>
    <dgm:pt modelId="{5EC0042B-C20B-FC4A-B560-10BBA34B2CDA}" type="pres">
      <dgm:prSet presAssocID="{30BCCF76-6BCD-2F47-BEE3-5370BE1B9D58}" presName="parTxOnlySpace" presStyleCnt="0"/>
      <dgm:spPr/>
    </dgm:pt>
    <dgm:pt modelId="{254FE932-5757-1649-9288-34D642215104}" type="pres">
      <dgm:prSet presAssocID="{B4342578-ED3C-3A41-92D4-B7341347451C}" presName="parTxOnly" presStyleLbl="node1" presStyleIdx="10" presStyleCnt="15">
        <dgm:presLayoutVars>
          <dgm:chMax val="0"/>
          <dgm:chPref val="0"/>
          <dgm:bulletEnabled val="1"/>
        </dgm:presLayoutVars>
      </dgm:prSet>
      <dgm:spPr/>
    </dgm:pt>
    <dgm:pt modelId="{1C0FCD38-740B-054B-A965-61B6553715D9}" type="pres">
      <dgm:prSet presAssocID="{6B2FB71E-3131-9B4E-903B-C3BB252F037B}" presName="parTxOnlySpace" presStyleCnt="0"/>
      <dgm:spPr/>
    </dgm:pt>
    <dgm:pt modelId="{A3542E8E-E5B7-BC42-88BB-71AC327F58BE}" type="pres">
      <dgm:prSet presAssocID="{0D734B6A-8DDD-B44E-A020-5E19B25EE570}" presName="parTxOnly" presStyleLbl="node1" presStyleIdx="11" presStyleCnt="15">
        <dgm:presLayoutVars>
          <dgm:chMax val="0"/>
          <dgm:chPref val="0"/>
          <dgm:bulletEnabled val="1"/>
        </dgm:presLayoutVars>
      </dgm:prSet>
      <dgm:spPr/>
    </dgm:pt>
    <dgm:pt modelId="{4943BA2F-24F6-F544-8574-444F72E4FF73}" type="pres">
      <dgm:prSet presAssocID="{1FFCE7F5-E59D-6E44-B164-04AD3519E8CF}" presName="parTxOnlySpace" presStyleCnt="0"/>
      <dgm:spPr/>
    </dgm:pt>
    <dgm:pt modelId="{D3155EBB-4AB3-9044-830F-968F5A0CCC14}" type="pres">
      <dgm:prSet presAssocID="{8C88137A-FB47-6849-AB96-E042C04E93AC}" presName="parTxOnly" presStyleLbl="node1" presStyleIdx="12" presStyleCnt="15">
        <dgm:presLayoutVars>
          <dgm:chMax val="0"/>
          <dgm:chPref val="0"/>
          <dgm:bulletEnabled val="1"/>
        </dgm:presLayoutVars>
      </dgm:prSet>
      <dgm:spPr/>
    </dgm:pt>
    <dgm:pt modelId="{CEF6C9BE-8CFB-D54A-93BE-C057CA6624BF}" type="pres">
      <dgm:prSet presAssocID="{836F8D54-0F54-7548-8BB7-F3718F4CCCDB}" presName="parTxOnlySpace" presStyleCnt="0"/>
      <dgm:spPr/>
    </dgm:pt>
    <dgm:pt modelId="{ED23E062-CC08-4E42-B04F-F2F15BDA8DA9}" type="pres">
      <dgm:prSet presAssocID="{7AB8539C-E848-114A-ACEB-A5D718CA1FBE}" presName="parTxOnly" presStyleLbl="node1" presStyleIdx="13" presStyleCnt="15">
        <dgm:presLayoutVars>
          <dgm:chMax val="0"/>
          <dgm:chPref val="0"/>
          <dgm:bulletEnabled val="1"/>
        </dgm:presLayoutVars>
      </dgm:prSet>
      <dgm:spPr/>
    </dgm:pt>
    <dgm:pt modelId="{334AA6BA-E7C9-1A4D-A50C-3F7B80422562}" type="pres">
      <dgm:prSet presAssocID="{DD4859AC-0598-9045-B67F-8C7A8FA02D00}" presName="parTxOnlySpace" presStyleCnt="0"/>
      <dgm:spPr/>
    </dgm:pt>
    <dgm:pt modelId="{14380ECD-5DE7-9B4E-B007-8EC6BE6A58F0}" type="pres">
      <dgm:prSet presAssocID="{E78953A3-7F01-D843-A46D-AF50935AE038}" presName="parTxOnly" presStyleLbl="node1" presStyleIdx="14" presStyleCnt="15">
        <dgm:presLayoutVars>
          <dgm:chMax val="0"/>
          <dgm:chPref val="0"/>
          <dgm:bulletEnabled val="1"/>
        </dgm:presLayoutVars>
      </dgm:prSet>
      <dgm:spPr/>
    </dgm:pt>
  </dgm:ptLst>
  <dgm:cxnLst>
    <dgm:cxn modelId="{C05F3A0A-5659-2941-8F88-1AC502A0A31C}" srcId="{383B49E7-060F-644C-BC5D-5430754D0192}" destId="{8EC417A5-5ECA-C642-BD84-33F1B8C929EB}" srcOrd="6" destOrd="0" parTransId="{E05B9C70-9B70-0F47-BC9E-882FE9B85365}" sibTransId="{56328617-8902-D047-9B72-350CE5B73549}"/>
    <dgm:cxn modelId="{644A940B-55CC-2343-B4D8-15237CF9B04E}" type="presOf" srcId="{3F3B1D5A-3987-AC40-AF8A-15B1680A69BB}" destId="{7FC1DEBC-F4F9-854F-9E20-0C57932D8052}" srcOrd="0" destOrd="0" presId="urn:microsoft.com/office/officeart/2005/8/layout/chevron1"/>
    <dgm:cxn modelId="{F3D2E313-E8DC-3C4F-BB73-CDAD489E04AA}" type="presOf" srcId="{BA50D275-8F4F-C349-B3A0-CCDCF2BD1C78}" destId="{822CDF41-5AC2-8044-ACDA-86F871023A4E}" srcOrd="0" destOrd="0" presId="urn:microsoft.com/office/officeart/2005/8/layout/chevron1"/>
    <dgm:cxn modelId="{2DC7FE16-53FB-2F40-ADEA-8BC71008CF93}" srcId="{383B49E7-060F-644C-BC5D-5430754D0192}" destId="{BA50D275-8F4F-C349-B3A0-CCDCF2BD1C78}" srcOrd="4" destOrd="0" parTransId="{D85A3E4F-5789-4741-B4B6-8B2F8B429ACF}" sibTransId="{AC2D157D-4959-7D4A-A2B2-77A7A79E359A}"/>
    <dgm:cxn modelId="{EF1B8C26-F5B5-A143-AD69-9595F4DDC5E4}" type="presOf" srcId="{8179F2A2-3BFE-194B-88C5-BAD6E5A073A1}" destId="{B1BA47BC-0F0D-FA45-9AD4-0D38494B05F4}" srcOrd="0" destOrd="0" presId="urn:microsoft.com/office/officeart/2005/8/layout/chevron1"/>
    <dgm:cxn modelId="{A61DCE28-25FE-8E45-97D8-C44E43357D99}" srcId="{383B49E7-060F-644C-BC5D-5430754D0192}" destId="{E78953A3-7F01-D843-A46D-AF50935AE038}" srcOrd="14" destOrd="0" parTransId="{21D38BDB-4B32-2240-B1B7-67F252AF925C}" sibTransId="{734A9093-79A1-ED4E-8498-F4A22161B161}"/>
    <dgm:cxn modelId="{982B4330-5C56-584D-8AE8-298D70F2B9BD}" srcId="{383B49E7-060F-644C-BC5D-5430754D0192}" destId="{8179F2A2-3BFE-194B-88C5-BAD6E5A073A1}" srcOrd="1" destOrd="0" parTransId="{A9494E38-3C5A-F345-A083-78B3A804FA28}" sibTransId="{1EAB1701-E495-8748-8CE0-99FB822E36CD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C8028D3E-0B71-654B-B094-8FC0ED5CFC6F}" type="presOf" srcId="{F71DB235-0DCC-A84B-A7AB-F30119A59150}" destId="{3BA502E2-CAA2-EC45-90DB-2360A508B246}" srcOrd="0" destOrd="0" presId="urn:microsoft.com/office/officeart/2005/8/layout/chevron1"/>
    <dgm:cxn modelId="{CCC89A3E-7FD6-2140-B478-4717506A0D67}" srcId="{383B49E7-060F-644C-BC5D-5430754D0192}" destId="{91F82710-BE32-3D4B-9C71-C5331B19FF80}" srcOrd="7" destOrd="0" parTransId="{EDC106BE-FE96-3645-9217-B1C2EDB97D69}" sibTransId="{9223479E-2F3A-754B-BE86-CD4C9CB93FFD}"/>
    <dgm:cxn modelId="{F718814F-ED40-4643-B715-2BE034D6EC0B}" type="presOf" srcId="{CB61C2F8-4717-1F4E-8B8F-B05820899B2D}" destId="{B58CF005-4B43-404F-A643-1100E2CF81FF}" srcOrd="0" destOrd="0" presId="urn:microsoft.com/office/officeart/2005/8/layout/chevron1"/>
    <dgm:cxn modelId="{B8BB7F53-4ACC-4A4A-8AD2-E12733E47998}" type="presOf" srcId="{97F26437-EB91-C941-8948-285AA53CBFE3}" destId="{0E438F55-0AD6-A94F-9469-2CA709F3A391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3D97B065-8A1B-9142-90B8-E42615FB5F99}" srcId="{383B49E7-060F-644C-BC5D-5430754D0192}" destId="{0D734B6A-8DDD-B44E-A020-5E19B25EE570}" srcOrd="11" destOrd="0" parTransId="{8A94BF15-5723-E24C-A9C0-E2A3A7952ED4}" sibTransId="{1FFCE7F5-E59D-6E44-B164-04AD3519E8CF}"/>
    <dgm:cxn modelId="{02C6DC66-8C7A-A040-954D-0709300A1421}" srcId="{383B49E7-060F-644C-BC5D-5430754D0192}" destId="{7AB8539C-E848-114A-ACEB-A5D718CA1FBE}" srcOrd="13" destOrd="0" parTransId="{08D983F0-B3B5-9D48-A488-7E516045327D}" sibTransId="{DD4859AC-0598-9045-B67F-8C7A8FA02D00}"/>
    <dgm:cxn modelId="{61AF466A-E759-324B-BE3A-F22F2DFB7106}" srcId="{383B49E7-060F-644C-BC5D-5430754D0192}" destId="{8C88137A-FB47-6849-AB96-E042C04E93AC}" srcOrd="12" destOrd="0" parTransId="{DFCD612F-8B90-F04A-9B84-E640D114B9D4}" sibTransId="{836F8D54-0F54-7548-8BB7-F3718F4CCCDB}"/>
    <dgm:cxn modelId="{9EEB656E-0493-444A-864F-C012B33C1B10}" type="presOf" srcId="{B4342578-ED3C-3A41-92D4-B7341347451C}" destId="{254FE932-5757-1649-9288-34D642215104}" srcOrd="0" destOrd="0" presId="urn:microsoft.com/office/officeart/2005/8/layout/chevron1"/>
    <dgm:cxn modelId="{C37D7773-4CF6-2E4D-894B-1D0F3D40093A}" type="presOf" srcId="{8EC417A5-5ECA-C642-BD84-33F1B8C929EB}" destId="{FBC20F8B-CB96-5A41-A1C4-D3AEA594FF49}" srcOrd="0" destOrd="0" presId="urn:microsoft.com/office/officeart/2005/8/layout/chevron1"/>
    <dgm:cxn modelId="{0B384E75-A29B-294C-9F82-B524A0804350}" type="presOf" srcId="{E78953A3-7F01-D843-A46D-AF50935AE038}" destId="{14380ECD-5DE7-9B4E-B007-8EC6BE6A58F0}" srcOrd="0" destOrd="0" presId="urn:microsoft.com/office/officeart/2005/8/layout/chevron1"/>
    <dgm:cxn modelId="{F4E68A7A-3D51-7D49-8DBB-9803B3F7CB66}" type="presOf" srcId="{7AB8539C-E848-114A-ACEB-A5D718CA1FBE}" destId="{ED23E062-CC08-4E42-B04F-F2F15BDA8DA9}" srcOrd="0" destOrd="0" presId="urn:microsoft.com/office/officeart/2005/8/layout/chevron1"/>
    <dgm:cxn modelId="{BE1FCD7B-3F7D-FE4D-AB6E-D95D78A8E35D}" srcId="{383B49E7-060F-644C-BC5D-5430754D0192}" destId="{F71DB235-0DCC-A84B-A7AB-F30119A59150}" srcOrd="3" destOrd="0" parTransId="{E5FF5F4F-25C7-FF4F-82F8-2A69E4A3EE82}" sibTransId="{64C1D361-86D1-A14E-8222-5B37B4C098A5}"/>
    <dgm:cxn modelId="{A3825682-2DC5-7943-B118-FE593E849708}" type="presOf" srcId="{07B89EDA-FEDC-EF4A-A2BF-3825B4B182BE}" destId="{7AD32CBD-7A4D-BA44-9643-D249691B5889}" srcOrd="0" destOrd="0" presId="urn:microsoft.com/office/officeart/2005/8/layout/chevron1"/>
    <dgm:cxn modelId="{A49C0C92-32B2-8045-A695-EC7E25731D65}" type="presOf" srcId="{0D734B6A-8DDD-B44E-A020-5E19B25EE570}" destId="{A3542E8E-E5B7-BC42-88BB-71AC327F58BE}" srcOrd="0" destOrd="0" presId="urn:microsoft.com/office/officeart/2005/8/layout/chevron1"/>
    <dgm:cxn modelId="{06281C9B-EC5C-BD44-B5BF-D7240718C49B}" type="presOf" srcId="{55A9B451-4544-CD40-86CF-64B74C06A8CF}" destId="{98AD1763-7433-B141-B056-738A5FA7D5DD}" srcOrd="0" destOrd="0" presId="urn:microsoft.com/office/officeart/2005/8/layout/chevron1"/>
    <dgm:cxn modelId="{B1F354AF-2517-D643-BD9F-4E6E1597FA3D}" srcId="{383B49E7-060F-644C-BC5D-5430754D0192}" destId="{97F26437-EB91-C941-8948-285AA53CBFE3}" srcOrd="2" destOrd="0" parTransId="{C6A6C469-862E-9340-92BD-B09588B78FAF}" sibTransId="{EDC0CE01-EB88-C846-8B2C-731C6E538DD8}"/>
    <dgm:cxn modelId="{DC4D3DBB-ECEC-884B-B9FD-18128F9ABA3B}" srcId="{383B49E7-060F-644C-BC5D-5430754D0192}" destId="{3F3B1D5A-3987-AC40-AF8A-15B1680A69BB}" srcOrd="8" destOrd="0" parTransId="{1D7E3CB1-1FFD-3D4C-8102-1ADD7CAAEE15}" sibTransId="{A7E3D629-F759-0B4A-A5D1-FD032E0FFDA9}"/>
    <dgm:cxn modelId="{4578A2BF-913F-4946-805B-A247D3514B60}" srcId="{383B49E7-060F-644C-BC5D-5430754D0192}" destId="{B4342578-ED3C-3A41-92D4-B7341347451C}" srcOrd="10" destOrd="0" parTransId="{133BADAA-5036-874D-8356-05C2BFA251E7}" sibTransId="{6B2FB71E-3131-9B4E-903B-C3BB252F037B}"/>
    <dgm:cxn modelId="{AD1AB2CA-2F36-394E-B155-771AD472518B}" srcId="{383B49E7-060F-644C-BC5D-5430754D0192}" destId="{CB61C2F8-4717-1F4E-8B8F-B05820899B2D}" srcOrd="9" destOrd="0" parTransId="{AB4E4420-9260-1A4F-90E2-A909E285073E}" sibTransId="{30BCCF76-6BCD-2F47-BEE3-5370BE1B9D58}"/>
    <dgm:cxn modelId="{F7C02DCF-ABCB-5345-B95F-8A4A9E1057D0}" srcId="{383B49E7-060F-644C-BC5D-5430754D0192}" destId="{07B89EDA-FEDC-EF4A-A2BF-3825B4B182BE}" srcOrd="5" destOrd="0" parTransId="{AB099CFD-F311-5E45-8DA9-AFC1E2B6233C}" sibTransId="{1EEB9379-30EF-3645-A14F-C204169AD306}"/>
    <dgm:cxn modelId="{E6B05DD5-B3A9-B541-A1E9-7988C8C6DCA4}" type="presOf" srcId="{8C88137A-FB47-6849-AB96-E042C04E93AC}" destId="{D3155EBB-4AB3-9044-830F-968F5A0CCC14}" srcOrd="0" destOrd="0" presId="urn:microsoft.com/office/officeart/2005/8/layout/chevron1"/>
    <dgm:cxn modelId="{F21352F1-4913-8247-A409-71B781866AA3}" type="presOf" srcId="{91F82710-BE32-3D4B-9C71-C5331B19FF80}" destId="{249B4738-EDE4-ED4B-A309-6878AAF0261C}" srcOrd="0" destOrd="0" presId="urn:microsoft.com/office/officeart/2005/8/layout/chevron1"/>
    <dgm:cxn modelId="{7D3170D2-D39B-B641-8FA6-017A8A5FED80}" type="presParOf" srcId="{1DB3B44C-7467-AE4D-9230-CD12A1D6E611}" destId="{98AD1763-7433-B141-B056-738A5FA7D5DD}" srcOrd="0" destOrd="0" presId="urn:microsoft.com/office/officeart/2005/8/layout/chevron1"/>
    <dgm:cxn modelId="{3FEBF428-7FD6-A345-AE2F-239F880FAF65}" type="presParOf" srcId="{1DB3B44C-7467-AE4D-9230-CD12A1D6E611}" destId="{AEDD22D8-1B9A-5F49-A8EF-BF7F016DADEE}" srcOrd="1" destOrd="0" presId="urn:microsoft.com/office/officeart/2005/8/layout/chevron1"/>
    <dgm:cxn modelId="{70E42528-83E8-BF4E-8BAB-0D56E0BC41C3}" type="presParOf" srcId="{1DB3B44C-7467-AE4D-9230-CD12A1D6E611}" destId="{B1BA47BC-0F0D-FA45-9AD4-0D38494B05F4}" srcOrd="2" destOrd="0" presId="urn:microsoft.com/office/officeart/2005/8/layout/chevron1"/>
    <dgm:cxn modelId="{89B9338E-79E9-EC4C-8991-946985913C7B}" type="presParOf" srcId="{1DB3B44C-7467-AE4D-9230-CD12A1D6E611}" destId="{9C350751-7FA4-4F4B-A3B6-52BA491F526D}" srcOrd="3" destOrd="0" presId="urn:microsoft.com/office/officeart/2005/8/layout/chevron1"/>
    <dgm:cxn modelId="{4214EB5F-5BA2-9B47-BB27-67033161F92D}" type="presParOf" srcId="{1DB3B44C-7467-AE4D-9230-CD12A1D6E611}" destId="{0E438F55-0AD6-A94F-9469-2CA709F3A391}" srcOrd="4" destOrd="0" presId="urn:microsoft.com/office/officeart/2005/8/layout/chevron1"/>
    <dgm:cxn modelId="{EADE1F64-480E-A84A-9888-A69A12C6E82B}" type="presParOf" srcId="{1DB3B44C-7467-AE4D-9230-CD12A1D6E611}" destId="{01906495-B3BC-C145-8FD6-6BC176A4DA4F}" srcOrd="5" destOrd="0" presId="urn:microsoft.com/office/officeart/2005/8/layout/chevron1"/>
    <dgm:cxn modelId="{E0302FCF-D088-334C-905A-0EF1614C61F0}" type="presParOf" srcId="{1DB3B44C-7467-AE4D-9230-CD12A1D6E611}" destId="{3BA502E2-CAA2-EC45-90DB-2360A508B246}" srcOrd="6" destOrd="0" presId="urn:microsoft.com/office/officeart/2005/8/layout/chevron1"/>
    <dgm:cxn modelId="{D99B4A3B-BBF0-BE4C-87B4-5A5F24B21F69}" type="presParOf" srcId="{1DB3B44C-7467-AE4D-9230-CD12A1D6E611}" destId="{3C79F8E2-D82C-AF4E-8604-4015103EC861}" srcOrd="7" destOrd="0" presId="urn:microsoft.com/office/officeart/2005/8/layout/chevron1"/>
    <dgm:cxn modelId="{16D4952A-09A4-CF45-A037-D59930A4178E}" type="presParOf" srcId="{1DB3B44C-7467-AE4D-9230-CD12A1D6E611}" destId="{822CDF41-5AC2-8044-ACDA-86F871023A4E}" srcOrd="8" destOrd="0" presId="urn:microsoft.com/office/officeart/2005/8/layout/chevron1"/>
    <dgm:cxn modelId="{E6A7EC62-B10C-A541-A5D9-217DF823EBF3}" type="presParOf" srcId="{1DB3B44C-7467-AE4D-9230-CD12A1D6E611}" destId="{CF61C3E6-B444-DF46-A8E9-64D44025A2EC}" srcOrd="9" destOrd="0" presId="urn:microsoft.com/office/officeart/2005/8/layout/chevron1"/>
    <dgm:cxn modelId="{3FD2C79C-5FCE-AB45-8A82-D285B45CE63E}" type="presParOf" srcId="{1DB3B44C-7467-AE4D-9230-CD12A1D6E611}" destId="{7AD32CBD-7A4D-BA44-9643-D249691B5889}" srcOrd="10" destOrd="0" presId="urn:microsoft.com/office/officeart/2005/8/layout/chevron1"/>
    <dgm:cxn modelId="{01E69B91-CB3F-EB43-9B93-8A5BC47601B2}" type="presParOf" srcId="{1DB3B44C-7467-AE4D-9230-CD12A1D6E611}" destId="{50629EF6-4A22-1745-80F4-0F4E316DF574}" srcOrd="11" destOrd="0" presId="urn:microsoft.com/office/officeart/2005/8/layout/chevron1"/>
    <dgm:cxn modelId="{75971728-EEF0-9344-AE0B-0DAADB63C9C3}" type="presParOf" srcId="{1DB3B44C-7467-AE4D-9230-CD12A1D6E611}" destId="{FBC20F8B-CB96-5A41-A1C4-D3AEA594FF49}" srcOrd="12" destOrd="0" presId="urn:microsoft.com/office/officeart/2005/8/layout/chevron1"/>
    <dgm:cxn modelId="{938CCA80-94F6-E94F-94E3-F0DDDA0F8C2F}" type="presParOf" srcId="{1DB3B44C-7467-AE4D-9230-CD12A1D6E611}" destId="{62263960-F59B-464A-878B-C43BFFB0FFB8}" srcOrd="13" destOrd="0" presId="urn:microsoft.com/office/officeart/2005/8/layout/chevron1"/>
    <dgm:cxn modelId="{2F8E4F74-913C-A148-B95F-BCEA864BE2DD}" type="presParOf" srcId="{1DB3B44C-7467-AE4D-9230-CD12A1D6E611}" destId="{249B4738-EDE4-ED4B-A309-6878AAF0261C}" srcOrd="14" destOrd="0" presId="urn:microsoft.com/office/officeart/2005/8/layout/chevron1"/>
    <dgm:cxn modelId="{0718D082-F22D-A246-98EE-44D7BDC38497}" type="presParOf" srcId="{1DB3B44C-7467-AE4D-9230-CD12A1D6E611}" destId="{0BD00DC4-0E51-C14E-9053-433AC904BF6F}" srcOrd="15" destOrd="0" presId="urn:microsoft.com/office/officeart/2005/8/layout/chevron1"/>
    <dgm:cxn modelId="{B6396910-21AA-8C47-B943-B3A530E66011}" type="presParOf" srcId="{1DB3B44C-7467-AE4D-9230-CD12A1D6E611}" destId="{7FC1DEBC-F4F9-854F-9E20-0C57932D8052}" srcOrd="16" destOrd="0" presId="urn:microsoft.com/office/officeart/2005/8/layout/chevron1"/>
    <dgm:cxn modelId="{1613DC01-57C3-0F46-8C52-69BF5493D5B3}" type="presParOf" srcId="{1DB3B44C-7467-AE4D-9230-CD12A1D6E611}" destId="{748DC326-5658-6047-AE99-7AA7AA52A126}" srcOrd="17" destOrd="0" presId="urn:microsoft.com/office/officeart/2005/8/layout/chevron1"/>
    <dgm:cxn modelId="{5B4D19D2-D795-F14C-8203-6F79CF2E7442}" type="presParOf" srcId="{1DB3B44C-7467-AE4D-9230-CD12A1D6E611}" destId="{B58CF005-4B43-404F-A643-1100E2CF81FF}" srcOrd="18" destOrd="0" presId="urn:microsoft.com/office/officeart/2005/8/layout/chevron1"/>
    <dgm:cxn modelId="{5BB02F4A-51F1-FB48-B087-A98BAA6A4DDF}" type="presParOf" srcId="{1DB3B44C-7467-AE4D-9230-CD12A1D6E611}" destId="{5EC0042B-C20B-FC4A-B560-10BBA34B2CDA}" srcOrd="19" destOrd="0" presId="urn:microsoft.com/office/officeart/2005/8/layout/chevron1"/>
    <dgm:cxn modelId="{93957FE4-B898-8441-8F3B-FB0E5A720170}" type="presParOf" srcId="{1DB3B44C-7467-AE4D-9230-CD12A1D6E611}" destId="{254FE932-5757-1649-9288-34D642215104}" srcOrd="20" destOrd="0" presId="urn:microsoft.com/office/officeart/2005/8/layout/chevron1"/>
    <dgm:cxn modelId="{B9ABEB5C-867E-AA4A-986D-37A180F4051D}" type="presParOf" srcId="{1DB3B44C-7467-AE4D-9230-CD12A1D6E611}" destId="{1C0FCD38-740B-054B-A965-61B6553715D9}" srcOrd="21" destOrd="0" presId="urn:microsoft.com/office/officeart/2005/8/layout/chevron1"/>
    <dgm:cxn modelId="{A3DE7B9C-049B-9940-B7CE-461ACD498364}" type="presParOf" srcId="{1DB3B44C-7467-AE4D-9230-CD12A1D6E611}" destId="{A3542E8E-E5B7-BC42-88BB-71AC327F58BE}" srcOrd="22" destOrd="0" presId="urn:microsoft.com/office/officeart/2005/8/layout/chevron1"/>
    <dgm:cxn modelId="{072C9F40-7F55-F548-91B6-4FDE8BB29EB1}" type="presParOf" srcId="{1DB3B44C-7467-AE4D-9230-CD12A1D6E611}" destId="{4943BA2F-24F6-F544-8574-444F72E4FF73}" srcOrd="23" destOrd="0" presId="urn:microsoft.com/office/officeart/2005/8/layout/chevron1"/>
    <dgm:cxn modelId="{79919DF4-A4FF-B44F-8711-060CAF543C65}" type="presParOf" srcId="{1DB3B44C-7467-AE4D-9230-CD12A1D6E611}" destId="{D3155EBB-4AB3-9044-830F-968F5A0CCC14}" srcOrd="24" destOrd="0" presId="urn:microsoft.com/office/officeart/2005/8/layout/chevron1"/>
    <dgm:cxn modelId="{16983F47-3041-B948-AC2F-3869B7A5B58D}" type="presParOf" srcId="{1DB3B44C-7467-AE4D-9230-CD12A1D6E611}" destId="{CEF6C9BE-8CFB-D54A-93BE-C057CA6624BF}" srcOrd="25" destOrd="0" presId="urn:microsoft.com/office/officeart/2005/8/layout/chevron1"/>
    <dgm:cxn modelId="{B3223BA9-6082-5346-9DA7-600EA8C9932C}" type="presParOf" srcId="{1DB3B44C-7467-AE4D-9230-CD12A1D6E611}" destId="{ED23E062-CC08-4E42-B04F-F2F15BDA8DA9}" srcOrd="26" destOrd="0" presId="urn:microsoft.com/office/officeart/2005/8/layout/chevron1"/>
    <dgm:cxn modelId="{FC0C3235-02B1-2D41-A6B2-5928096E2B9B}" type="presParOf" srcId="{1DB3B44C-7467-AE4D-9230-CD12A1D6E611}" destId="{334AA6BA-E7C9-1A4D-A50C-3F7B80422562}" srcOrd="27" destOrd="0" presId="urn:microsoft.com/office/officeart/2005/8/layout/chevron1"/>
    <dgm:cxn modelId="{5B877B3C-22D5-5D44-A547-37B17CBDFEAE}" type="presParOf" srcId="{1DB3B44C-7467-AE4D-9230-CD12A1D6E611}" destId="{14380ECD-5DE7-9B4E-B007-8EC6BE6A58F0}" srcOrd="2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Identification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70D8BCEE-4BB8-8047-90D3-1F1D26FAF263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Issue(s) Creation</a:t>
          </a:r>
        </a:p>
      </dgm:t>
    </dgm:pt>
    <dgm:pt modelId="{139E1A46-36C2-C440-B9A2-D5E2D3FB0EF1}" type="parTrans" cxnId="{D91E424C-46CE-D84F-9EE9-14A40F8D50D9}">
      <dgm:prSet/>
      <dgm:spPr/>
      <dgm:t>
        <a:bodyPr/>
        <a:lstStyle/>
        <a:p>
          <a:endParaRPr lang="en-US"/>
        </a:p>
      </dgm:t>
    </dgm:pt>
    <dgm:pt modelId="{33467430-74C2-064D-8FBF-025D3B2B0C44}" type="sibTrans" cxnId="{D91E424C-46CE-D84F-9EE9-14A40F8D50D9}">
      <dgm:prSet/>
      <dgm:spPr/>
      <dgm:t>
        <a:bodyPr/>
        <a:lstStyle/>
        <a:p>
          <a:endParaRPr lang="en-US"/>
        </a:p>
      </dgm:t>
    </dgm:pt>
    <dgm:pt modelId="{9E4EC424-255E-D748-AA7A-2F4C7C12F00A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Assignment</a:t>
          </a:r>
        </a:p>
      </dgm:t>
    </dgm:pt>
    <dgm:pt modelId="{8B448E92-BE43-8349-993F-A8E80426D891}" type="parTrans" cxnId="{6C9659F5-7786-754E-B739-2AA4F61E171A}">
      <dgm:prSet/>
      <dgm:spPr/>
      <dgm:t>
        <a:bodyPr/>
        <a:lstStyle/>
        <a:p>
          <a:endParaRPr lang="en-US"/>
        </a:p>
      </dgm:t>
    </dgm:pt>
    <dgm:pt modelId="{023A9A89-5193-DA44-9515-1B47BF7054FC}" type="sibTrans" cxnId="{6C9659F5-7786-754E-B739-2AA4F61E171A}">
      <dgm:prSet/>
      <dgm:spPr/>
      <dgm:t>
        <a:bodyPr/>
        <a:lstStyle/>
        <a:p>
          <a:endParaRPr lang="en-US"/>
        </a:p>
      </dgm:t>
    </dgm:pt>
    <dgm:pt modelId="{3F35C2BF-EF07-C241-A722-EA53BD6F619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Creation</a:t>
          </a:r>
        </a:p>
      </dgm:t>
    </dgm:pt>
    <dgm:pt modelId="{1BB256A6-5146-F64B-92B8-3F481A775723}" type="parTrans" cxnId="{45A740DC-EC8D-3E4B-8671-C4C19E6A6924}">
      <dgm:prSet/>
      <dgm:spPr/>
      <dgm:t>
        <a:bodyPr/>
        <a:lstStyle/>
        <a:p>
          <a:endParaRPr lang="en-US"/>
        </a:p>
      </dgm:t>
    </dgm:pt>
    <dgm:pt modelId="{50072B60-5C3A-FB4D-B3BE-5DCBB20C510B}" type="sibTrans" cxnId="{45A740DC-EC8D-3E4B-8671-C4C19E6A6924}">
      <dgm:prSet/>
      <dgm:spPr/>
      <dgm:t>
        <a:bodyPr/>
        <a:lstStyle/>
        <a:p>
          <a:endParaRPr lang="en-US"/>
        </a:p>
      </dgm:t>
    </dgm:pt>
    <dgm:pt modelId="{AB7141EF-4A6B-884C-B85F-A03DE1C2B55A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Prioritization</a:t>
          </a:r>
        </a:p>
      </dgm:t>
    </dgm:pt>
    <dgm:pt modelId="{3DDD9623-E588-924C-BB5F-D2C81E312F39}" type="parTrans" cxnId="{0F78AF8A-E654-3846-A9FF-7E1E68F59844}">
      <dgm:prSet/>
      <dgm:spPr/>
      <dgm:t>
        <a:bodyPr/>
        <a:lstStyle/>
        <a:p>
          <a:endParaRPr lang="en-US"/>
        </a:p>
      </dgm:t>
    </dgm:pt>
    <dgm:pt modelId="{CE86A239-5C72-A142-9A18-FCE4B3D5E091}" type="sibTrans" cxnId="{0F78AF8A-E654-3846-A9FF-7E1E68F59844}">
      <dgm:prSet/>
      <dgm:spPr/>
      <dgm:t>
        <a:bodyPr/>
        <a:lstStyle/>
        <a:p>
          <a:endParaRPr lang="en-US"/>
        </a:p>
      </dgm:t>
    </dgm:pt>
    <dgm:pt modelId="{9AD7F6FA-000A-8746-8618-72DA676BDAAE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testing</a:t>
          </a:r>
        </a:p>
      </dgm:t>
    </dgm:pt>
    <dgm:pt modelId="{DE5AA840-1FB9-5546-9D1A-4633691ADCA2}" type="parTrans" cxnId="{0524F128-2848-FF47-AFAA-7481E2287301}">
      <dgm:prSet/>
      <dgm:spPr/>
      <dgm:t>
        <a:bodyPr/>
        <a:lstStyle/>
        <a:p>
          <a:endParaRPr lang="en-US"/>
        </a:p>
      </dgm:t>
    </dgm:pt>
    <dgm:pt modelId="{9CA7C657-9E11-4F43-B766-04D997DE5E1C}" type="sibTrans" cxnId="{0524F128-2848-FF47-AFAA-7481E2287301}">
      <dgm:prSet/>
      <dgm:spPr/>
      <dgm:t>
        <a:bodyPr/>
        <a:lstStyle/>
        <a:p>
          <a:endParaRPr lang="en-US"/>
        </a:p>
      </dgm:t>
    </dgm:pt>
    <dgm:pt modelId="{8F048385-9ED8-E140-A6C1-1508A58AACE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Submission</a:t>
          </a:r>
        </a:p>
      </dgm:t>
    </dgm:pt>
    <dgm:pt modelId="{81E18446-F194-8A4C-A89B-EC0F220B0E71}" type="parTrans" cxnId="{4A273898-CF45-1F4D-9FD3-A6A00485CDA6}">
      <dgm:prSet/>
      <dgm:spPr/>
      <dgm:t>
        <a:bodyPr/>
        <a:lstStyle/>
        <a:p>
          <a:endParaRPr lang="en-US"/>
        </a:p>
      </dgm:t>
    </dgm:pt>
    <dgm:pt modelId="{91811CBC-B7F1-024E-BD1B-E0929E042504}" type="sibTrans" cxnId="{4A273898-CF45-1F4D-9FD3-A6A00485CDA6}">
      <dgm:prSet/>
      <dgm:spPr/>
      <dgm:t>
        <a:bodyPr/>
        <a:lstStyle/>
        <a:p>
          <a:endParaRPr lang="en-US"/>
        </a:p>
      </dgm:t>
    </dgm:pt>
    <dgm:pt modelId="{641F2167-27A7-5C40-B34E-0CEAFCA8E29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Review</a:t>
          </a:r>
        </a:p>
      </dgm:t>
    </dgm:pt>
    <dgm:pt modelId="{E189FA69-1849-6746-9E6D-CD424B1F9728}" type="parTrans" cxnId="{00A3AB2A-ECF6-9749-BAEB-792CE8822C39}">
      <dgm:prSet/>
      <dgm:spPr/>
      <dgm:t>
        <a:bodyPr/>
        <a:lstStyle/>
        <a:p>
          <a:endParaRPr lang="en-US"/>
        </a:p>
      </dgm:t>
    </dgm:pt>
    <dgm:pt modelId="{6F5ED6F5-7F0A-D447-8658-98E27EE77CE1}" type="sibTrans" cxnId="{00A3AB2A-ECF6-9749-BAEB-792CE8822C39}">
      <dgm:prSet/>
      <dgm:spPr/>
      <dgm:t>
        <a:bodyPr/>
        <a:lstStyle/>
        <a:p>
          <a:endParaRPr lang="en-US"/>
        </a:p>
      </dgm:t>
    </dgm:pt>
    <dgm:pt modelId="{5D79C148-3C70-304F-9C72-227BC66923CB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Merge</a:t>
          </a:r>
        </a:p>
      </dgm:t>
    </dgm:pt>
    <dgm:pt modelId="{558E7883-FFBB-A34E-817A-DB485891E5E6}" type="parTrans" cxnId="{DCFA79A5-4571-F040-AEFF-2B947C23C0D8}">
      <dgm:prSet/>
      <dgm:spPr/>
      <dgm:t>
        <a:bodyPr/>
        <a:lstStyle/>
        <a:p>
          <a:endParaRPr lang="en-US"/>
        </a:p>
      </dgm:t>
    </dgm:pt>
    <dgm:pt modelId="{0C0867BB-2D84-A440-95D8-83B85E528A19}" type="sibTrans" cxnId="{DCFA79A5-4571-F040-AEFF-2B947C23C0D8}">
      <dgm:prSet/>
      <dgm:spPr/>
      <dgm:t>
        <a:bodyPr/>
        <a:lstStyle/>
        <a:p>
          <a:endParaRPr lang="en-US"/>
        </a:p>
      </dgm:t>
    </dgm:pt>
    <dgm:pt modelId="{0835C2F8-068E-AE48-B3FD-2B37B010F83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Release Schedule</a:t>
          </a:r>
        </a:p>
      </dgm:t>
    </dgm:pt>
    <dgm:pt modelId="{CBB5151D-FBFA-F443-B4C5-23DF212CDEC6}" type="parTrans" cxnId="{FC608F48-30F5-0347-B567-051FE4E32951}">
      <dgm:prSet/>
      <dgm:spPr/>
      <dgm:t>
        <a:bodyPr/>
        <a:lstStyle/>
        <a:p>
          <a:endParaRPr lang="en-US"/>
        </a:p>
      </dgm:t>
    </dgm:pt>
    <dgm:pt modelId="{F4969727-909E-7D40-BD04-F4C3450F0A5A}" type="sibTrans" cxnId="{FC608F48-30F5-0347-B567-051FE4E32951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F97955AE-EB8B-4B47-9267-EFF29E1108C7}" type="pres">
      <dgm:prSet presAssocID="{1F41853B-C099-1549-855B-A62A19064C53}" presName="parTxOnlySpace" presStyleCnt="0"/>
      <dgm:spPr/>
    </dgm:pt>
    <dgm:pt modelId="{FEAFDC6B-12D8-AD43-9F60-F7715057E525}" type="pres">
      <dgm:prSet presAssocID="{70D8BCEE-4BB8-8047-90D3-1F1D26FAF263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999FD345-B821-CE45-B923-A01F122F9F48}" type="pres">
      <dgm:prSet presAssocID="{33467430-74C2-064D-8FBF-025D3B2B0C44}" presName="parTxOnlySpace" presStyleCnt="0"/>
      <dgm:spPr/>
    </dgm:pt>
    <dgm:pt modelId="{CDC3F41D-79FF-D046-A683-6C8F2572A07F}" type="pres">
      <dgm:prSet presAssocID="{AB7141EF-4A6B-884C-B85F-A03DE1C2B55A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72F1080E-CBED-E142-A749-2375EAC5ADDF}" type="pres">
      <dgm:prSet presAssocID="{CE86A239-5C72-A142-9A18-FCE4B3D5E091}" presName="parTxOnlySpace" presStyleCnt="0"/>
      <dgm:spPr/>
    </dgm:pt>
    <dgm:pt modelId="{D53494E1-71EA-6647-B576-7122CE263A80}" type="pres">
      <dgm:prSet presAssocID="{9E4EC424-255E-D748-AA7A-2F4C7C12F00A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057DF705-BE7C-0E4D-86B9-DC0F3053F02E}" type="pres">
      <dgm:prSet presAssocID="{023A9A89-5193-DA44-9515-1B47BF7054FC}" presName="parTxOnlySpace" presStyleCnt="0"/>
      <dgm:spPr/>
    </dgm:pt>
    <dgm:pt modelId="{5AF62668-B450-CA41-9E9A-CEC4F159EC1A}" type="pres">
      <dgm:prSet presAssocID="{3F35C2BF-EF07-C241-A722-EA53BD6F619F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96CE1AAB-B477-8A45-A9B7-6EC2A52DA862}" type="pres">
      <dgm:prSet presAssocID="{50072B60-5C3A-FB4D-B3BE-5DCBB20C510B}" presName="parTxOnlySpace" presStyleCnt="0"/>
      <dgm:spPr/>
    </dgm:pt>
    <dgm:pt modelId="{503B7A22-5A5F-D34E-AB34-11AC3ACDFDCA}" type="pres">
      <dgm:prSet presAssocID="{9AD7F6FA-000A-8746-8618-72DA676BDAAE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35BEFF75-8A05-A443-AF5F-B970B25F8AD8}" type="pres">
      <dgm:prSet presAssocID="{9CA7C657-9E11-4F43-B766-04D997DE5E1C}" presName="parTxOnlySpace" presStyleCnt="0"/>
      <dgm:spPr/>
    </dgm:pt>
    <dgm:pt modelId="{54A3D6E3-2C64-6944-9C98-E18BCFD15410}" type="pres">
      <dgm:prSet presAssocID="{8F048385-9ED8-E140-A6C1-1508A58AACEF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CCC37275-0EF9-D446-8E1B-F7D11DB77682}" type="pres">
      <dgm:prSet presAssocID="{91811CBC-B7F1-024E-BD1B-E0929E042504}" presName="parTxOnlySpace" presStyleCnt="0"/>
      <dgm:spPr/>
    </dgm:pt>
    <dgm:pt modelId="{12195E32-B547-0240-8859-255F91DD525A}" type="pres">
      <dgm:prSet presAssocID="{641F2167-27A7-5C40-B34E-0CEAFCA8E29F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9A45B48E-545C-B94D-91AA-B563D40D7BF0}" type="pres">
      <dgm:prSet presAssocID="{6F5ED6F5-7F0A-D447-8658-98E27EE77CE1}" presName="parTxOnlySpace" presStyleCnt="0"/>
      <dgm:spPr/>
    </dgm:pt>
    <dgm:pt modelId="{3F3CFBFC-073E-BF43-B246-83B70AFED1EC}" type="pres">
      <dgm:prSet presAssocID="{5D79C148-3C70-304F-9C72-227BC66923CB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26C23C9D-C242-2A4C-9A0E-2E9605DB9D8E}" type="pres">
      <dgm:prSet presAssocID="{0C0867BB-2D84-A440-95D8-83B85E528A19}" presName="parTxOnlySpace" presStyleCnt="0"/>
      <dgm:spPr/>
    </dgm:pt>
    <dgm:pt modelId="{FFEC34EB-2D3D-5644-82C1-F8E9FAEC8EAD}" type="pres">
      <dgm:prSet presAssocID="{0835C2F8-068E-AE48-B3FD-2B37B010F83F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0524F128-2848-FF47-AFAA-7481E2287301}" srcId="{383B49E7-060F-644C-BC5D-5430754D0192}" destId="{9AD7F6FA-000A-8746-8618-72DA676BDAAE}" srcOrd="5" destOrd="0" parTransId="{DE5AA840-1FB9-5546-9D1A-4633691ADCA2}" sibTransId="{9CA7C657-9E11-4F43-B766-04D997DE5E1C}"/>
    <dgm:cxn modelId="{00A3AB2A-ECF6-9749-BAEB-792CE8822C39}" srcId="{383B49E7-060F-644C-BC5D-5430754D0192}" destId="{641F2167-27A7-5C40-B34E-0CEAFCA8E29F}" srcOrd="7" destOrd="0" parTransId="{E189FA69-1849-6746-9E6D-CD424B1F9728}" sibTransId="{6F5ED6F5-7F0A-D447-8658-98E27EE77CE1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FC608F48-30F5-0347-B567-051FE4E32951}" srcId="{383B49E7-060F-644C-BC5D-5430754D0192}" destId="{0835C2F8-068E-AE48-B3FD-2B37B010F83F}" srcOrd="9" destOrd="0" parTransId="{CBB5151D-FBFA-F443-B4C5-23DF212CDEC6}" sibTransId="{F4969727-909E-7D40-BD04-F4C3450F0A5A}"/>
    <dgm:cxn modelId="{448FB94B-5240-C541-B974-ED08C7C45171}" type="presOf" srcId="{55A9B451-4544-CD40-86CF-64B74C06A8CF}" destId="{98AD1763-7433-B141-B056-738A5FA7D5DD}" srcOrd="0" destOrd="0" presId="urn:microsoft.com/office/officeart/2005/8/layout/chevron1"/>
    <dgm:cxn modelId="{D91E424C-46CE-D84F-9EE9-14A40F8D50D9}" srcId="{383B49E7-060F-644C-BC5D-5430754D0192}" destId="{70D8BCEE-4BB8-8047-90D3-1F1D26FAF263}" srcOrd="1" destOrd="0" parTransId="{139E1A46-36C2-C440-B9A2-D5E2D3FB0EF1}" sibTransId="{33467430-74C2-064D-8FBF-025D3B2B0C44}"/>
    <dgm:cxn modelId="{87219258-5556-4F43-83E4-C9D878C603DC}" type="presOf" srcId="{641F2167-27A7-5C40-B34E-0CEAFCA8E29F}" destId="{12195E32-B547-0240-8859-255F91DD525A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8730BF5F-E86C-C643-A9B5-908F72C976D0}" type="presOf" srcId="{8F048385-9ED8-E140-A6C1-1508A58AACEF}" destId="{54A3D6E3-2C64-6944-9C98-E18BCFD15410}" srcOrd="0" destOrd="0" presId="urn:microsoft.com/office/officeart/2005/8/layout/chevron1"/>
    <dgm:cxn modelId="{97E21D78-5892-EF4E-934D-217358A5D542}" type="presOf" srcId="{5D79C148-3C70-304F-9C72-227BC66923CB}" destId="{3F3CFBFC-073E-BF43-B246-83B70AFED1EC}" srcOrd="0" destOrd="0" presId="urn:microsoft.com/office/officeart/2005/8/layout/chevron1"/>
    <dgm:cxn modelId="{0F78AF8A-E654-3846-A9FF-7E1E68F59844}" srcId="{383B49E7-060F-644C-BC5D-5430754D0192}" destId="{AB7141EF-4A6B-884C-B85F-A03DE1C2B55A}" srcOrd="2" destOrd="0" parTransId="{3DDD9623-E588-924C-BB5F-D2C81E312F39}" sibTransId="{CE86A239-5C72-A142-9A18-FCE4B3D5E091}"/>
    <dgm:cxn modelId="{4A273898-CF45-1F4D-9FD3-A6A00485CDA6}" srcId="{383B49E7-060F-644C-BC5D-5430754D0192}" destId="{8F048385-9ED8-E140-A6C1-1508A58AACEF}" srcOrd="6" destOrd="0" parTransId="{81E18446-F194-8A4C-A89B-EC0F220B0E71}" sibTransId="{91811CBC-B7F1-024E-BD1B-E0929E042504}"/>
    <dgm:cxn modelId="{6A145C9E-F503-0149-AB50-2DCE7BDC89F5}" type="presOf" srcId="{AB7141EF-4A6B-884C-B85F-A03DE1C2B55A}" destId="{CDC3F41D-79FF-D046-A683-6C8F2572A07F}" srcOrd="0" destOrd="0" presId="urn:microsoft.com/office/officeart/2005/8/layout/chevron1"/>
    <dgm:cxn modelId="{0DD313A4-E5F1-F944-A5D7-78E3E5FA0AAC}" type="presOf" srcId="{9E4EC424-255E-D748-AA7A-2F4C7C12F00A}" destId="{D53494E1-71EA-6647-B576-7122CE263A80}" srcOrd="0" destOrd="0" presId="urn:microsoft.com/office/officeart/2005/8/layout/chevron1"/>
    <dgm:cxn modelId="{DCFA79A5-4571-F040-AEFF-2B947C23C0D8}" srcId="{383B49E7-060F-644C-BC5D-5430754D0192}" destId="{5D79C148-3C70-304F-9C72-227BC66923CB}" srcOrd="8" destOrd="0" parTransId="{558E7883-FFBB-A34E-817A-DB485891E5E6}" sibTransId="{0C0867BB-2D84-A440-95D8-83B85E528A19}"/>
    <dgm:cxn modelId="{3F1933D4-B9D2-FC43-8075-BD3BA2DDC769}" type="presOf" srcId="{3F35C2BF-EF07-C241-A722-EA53BD6F619F}" destId="{5AF62668-B450-CA41-9E9A-CEC4F159EC1A}" srcOrd="0" destOrd="0" presId="urn:microsoft.com/office/officeart/2005/8/layout/chevron1"/>
    <dgm:cxn modelId="{45A740DC-EC8D-3E4B-8671-C4C19E6A6924}" srcId="{383B49E7-060F-644C-BC5D-5430754D0192}" destId="{3F35C2BF-EF07-C241-A722-EA53BD6F619F}" srcOrd="4" destOrd="0" parTransId="{1BB256A6-5146-F64B-92B8-3F481A775723}" sibTransId="{50072B60-5C3A-FB4D-B3BE-5DCBB20C510B}"/>
    <dgm:cxn modelId="{ACB6BFDD-FC61-8642-946A-311F003584B1}" type="presOf" srcId="{70D8BCEE-4BB8-8047-90D3-1F1D26FAF263}" destId="{FEAFDC6B-12D8-AD43-9F60-F7715057E525}" srcOrd="0" destOrd="0" presId="urn:microsoft.com/office/officeart/2005/8/layout/chevron1"/>
    <dgm:cxn modelId="{48EEF7E0-8231-974C-BC71-DACA3364814E}" type="presOf" srcId="{9AD7F6FA-000A-8746-8618-72DA676BDAAE}" destId="{503B7A22-5A5F-D34E-AB34-11AC3ACDFDCA}" srcOrd="0" destOrd="0" presId="urn:microsoft.com/office/officeart/2005/8/layout/chevron1"/>
    <dgm:cxn modelId="{85D7F3E8-D82A-0648-A134-B79215FD3EF8}" type="presOf" srcId="{0835C2F8-068E-AE48-B3FD-2B37B010F83F}" destId="{FFEC34EB-2D3D-5644-82C1-F8E9FAEC8EAD}" srcOrd="0" destOrd="0" presId="urn:microsoft.com/office/officeart/2005/8/layout/chevron1"/>
    <dgm:cxn modelId="{6C9659F5-7786-754E-B739-2AA4F61E171A}" srcId="{383B49E7-060F-644C-BC5D-5430754D0192}" destId="{9E4EC424-255E-D748-AA7A-2F4C7C12F00A}" srcOrd="3" destOrd="0" parTransId="{8B448E92-BE43-8349-993F-A8E80426D891}" sibTransId="{023A9A89-5193-DA44-9515-1B47BF7054FC}"/>
    <dgm:cxn modelId="{D2E3F147-F079-524F-81A4-C8F6ADAD0F43}" type="presParOf" srcId="{1DB3B44C-7467-AE4D-9230-CD12A1D6E611}" destId="{98AD1763-7433-B141-B056-738A5FA7D5DD}" srcOrd="0" destOrd="0" presId="urn:microsoft.com/office/officeart/2005/8/layout/chevron1"/>
    <dgm:cxn modelId="{E3F46A2D-3083-8041-893E-2C7AC8686EA7}" type="presParOf" srcId="{1DB3B44C-7467-AE4D-9230-CD12A1D6E611}" destId="{F97955AE-EB8B-4B47-9267-EFF29E1108C7}" srcOrd="1" destOrd="0" presId="urn:microsoft.com/office/officeart/2005/8/layout/chevron1"/>
    <dgm:cxn modelId="{9B663221-6B59-0A44-B18B-6EBCF7709C41}" type="presParOf" srcId="{1DB3B44C-7467-AE4D-9230-CD12A1D6E611}" destId="{FEAFDC6B-12D8-AD43-9F60-F7715057E525}" srcOrd="2" destOrd="0" presId="urn:microsoft.com/office/officeart/2005/8/layout/chevron1"/>
    <dgm:cxn modelId="{2E53FCAD-C492-2446-8356-B1C013AE2BC1}" type="presParOf" srcId="{1DB3B44C-7467-AE4D-9230-CD12A1D6E611}" destId="{999FD345-B821-CE45-B923-A01F122F9F48}" srcOrd="3" destOrd="0" presId="urn:microsoft.com/office/officeart/2005/8/layout/chevron1"/>
    <dgm:cxn modelId="{ADC718D3-6485-1C4D-9B3B-980B43064C96}" type="presParOf" srcId="{1DB3B44C-7467-AE4D-9230-CD12A1D6E611}" destId="{CDC3F41D-79FF-D046-A683-6C8F2572A07F}" srcOrd="4" destOrd="0" presId="urn:microsoft.com/office/officeart/2005/8/layout/chevron1"/>
    <dgm:cxn modelId="{064AFD39-0675-E246-84BD-51758170ED61}" type="presParOf" srcId="{1DB3B44C-7467-AE4D-9230-CD12A1D6E611}" destId="{72F1080E-CBED-E142-A749-2375EAC5ADDF}" srcOrd="5" destOrd="0" presId="urn:microsoft.com/office/officeart/2005/8/layout/chevron1"/>
    <dgm:cxn modelId="{E21087D7-4AC0-6A43-AAB8-66E3D8FFCDC2}" type="presParOf" srcId="{1DB3B44C-7467-AE4D-9230-CD12A1D6E611}" destId="{D53494E1-71EA-6647-B576-7122CE263A80}" srcOrd="6" destOrd="0" presId="urn:microsoft.com/office/officeart/2005/8/layout/chevron1"/>
    <dgm:cxn modelId="{EA6972D8-77C0-1341-A566-9E53B7BF9911}" type="presParOf" srcId="{1DB3B44C-7467-AE4D-9230-CD12A1D6E611}" destId="{057DF705-BE7C-0E4D-86B9-DC0F3053F02E}" srcOrd="7" destOrd="0" presId="urn:microsoft.com/office/officeart/2005/8/layout/chevron1"/>
    <dgm:cxn modelId="{D6215170-269D-0348-84B4-3BA5D1CEF44D}" type="presParOf" srcId="{1DB3B44C-7467-AE4D-9230-CD12A1D6E611}" destId="{5AF62668-B450-CA41-9E9A-CEC4F159EC1A}" srcOrd="8" destOrd="0" presId="urn:microsoft.com/office/officeart/2005/8/layout/chevron1"/>
    <dgm:cxn modelId="{C4CAF453-F5C3-C14B-AE5A-99D5B12441E9}" type="presParOf" srcId="{1DB3B44C-7467-AE4D-9230-CD12A1D6E611}" destId="{96CE1AAB-B477-8A45-A9B7-6EC2A52DA862}" srcOrd="9" destOrd="0" presId="urn:microsoft.com/office/officeart/2005/8/layout/chevron1"/>
    <dgm:cxn modelId="{03B3F5F6-0646-5343-96D4-C37B0BAFF158}" type="presParOf" srcId="{1DB3B44C-7467-AE4D-9230-CD12A1D6E611}" destId="{503B7A22-5A5F-D34E-AB34-11AC3ACDFDCA}" srcOrd="10" destOrd="0" presId="urn:microsoft.com/office/officeart/2005/8/layout/chevron1"/>
    <dgm:cxn modelId="{D54392FD-0BDE-FD46-B7FA-D03DD3AB3EA8}" type="presParOf" srcId="{1DB3B44C-7467-AE4D-9230-CD12A1D6E611}" destId="{35BEFF75-8A05-A443-AF5F-B970B25F8AD8}" srcOrd="11" destOrd="0" presId="urn:microsoft.com/office/officeart/2005/8/layout/chevron1"/>
    <dgm:cxn modelId="{A9092F2E-533D-3F48-9DD1-194ED35B430E}" type="presParOf" srcId="{1DB3B44C-7467-AE4D-9230-CD12A1D6E611}" destId="{54A3D6E3-2C64-6944-9C98-E18BCFD15410}" srcOrd="12" destOrd="0" presId="urn:microsoft.com/office/officeart/2005/8/layout/chevron1"/>
    <dgm:cxn modelId="{F050E253-97BC-D54B-88CE-EDC0B8082862}" type="presParOf" srcId="{1DB3B44C-7467-AE4D-9230-CD12A1D6E611}" destId="{CCC37275-0EF9-D446-8E1B-F7D11DB77682}" srcOrd="13" destOrd="0" presId="urn:microsoft.com/office/officeart/2005/8/layout/chevron1"/>
    <dgm:cxn modelId="{37E2C2A9-25EE-2643-8558-8839DD81CBCE}" type="presParOf" srcId="{1DB3B44C-7467-AE4D-9230-CD12A1D6E611}" destId="{12195E32-B547-0240-8859-255F91DD525A}" srcOrd="14" destOrd="0" presId="urn:microsoft.com/office/officeart/2005/8/layout/chevron1"/>
    <dgm:cxn modelId="{08382FAE-DD70-9541-8023-2D21A2BF5F02}" type="presParOf" srcId="{1DB3B44C-7467-AE4D-9230-CD12A1D6E611}" destId="{9A45B48E-545C-B94D-91AA-B563D40D7BF0}" srcOrd="15" destOrd="0" presId="urn:microsoft.com/office/officeart/2005/8/layout/chevron1"/>
    <dgm:cxn modelId="{1F58C292-3EFA-F640-B53A-0468E6367221}" type="presParOf" srcId="{1DB3B44C-7467-AE4D-9230-CD12A1D6E611}" destId="{3F3CFBFC-073E-BF43-B246-83B70AFED1EC}" srcOrd="16" destOrd="0" presId="urn:microsoft.com/office/officeart/2005/8/layout/chevron1"/>
    <dgm:cxn modelId="{290C28D0-B856-194E-BE3D-0608FD01AEFC}" type="presParOf" srcId="{1DB3B44C-7467-AE4D-9230-CD12A1D6E611}" destId="{26C23C9D-C242-2A4C-9A0E-2E9605DB9D8E}" srcOrd="17" destOrd="0" presId="urn:microsoft.com/office/officeart/2005/8/layout/chevron1"/>
    <dgm:cxn modelId="{5C847818-D6BD-4D41-AA91-C5B1F41360C8}" type="presParOf" srcId="{1DB3B44C-7467-AE4D-9230-CD12A1D6E611}" destId="{FFEC34EB-2D3D-5644-82C1-F8E9FAEC8EAD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4370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Requirements Gathering</a:t>
          </a:r>
        </a:p>
      </dsp:txBody>
      <dsp:txXfrm>
        <a:off x="219586" y="496395"/>
        <a:ext cx="645648" cy="430431"/>
      </dsp:txXfrm>
    </dsp:sp>
    <dsp:sp modelId="{B1BA47BC-0F0D-FA45-9AD4-0D38494B05F4}">
      <dsp:nvSpPr>
        <dsp:cNvPr id="0" name=""/>
        <dsp:cNvSpPr/>
      </dsp:nvSpPr>
      <dsp:spPr>
        <a:xfrm>
          <a:off x="972841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Assessment</a:t>
          </a:r>
        </a:p>
      </dsp:txBody>
      <dsp:txXfrm>
        <a:off x="1188057" y="496395"/>
        <a:ext cx="645648" cy="430431"/>
      </dsp:txXfrm>
    </dsp:sp>
    <dsp:sp modelId="{0E438F55-0AD6-A94F-9469-2CA709F3A391}">
      <dsp:nvSpPr>
        <dsp:cNvPr id="0" name=""/>
        <dsp:cNvSpPr/>
      </dsp:nvSpPr>
      <dsp:spPr>
        <a:xfrm>
          <a:off x="1941313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SRD</a:t>
          </a:r>
        </a:p>
      </dsp:txBody>
      <dsp:txXfrm>
        <a:off x="2156529" y="496395"/>
        <a:ext cx="645648" cy="430431"/>
      </dsp:txXfrm>
    </dsp:sp>
    <dsp:sp modelId="{3BA502E2-CAA2-EC45-90DB-2360A508B246}">
      <dsp:nvSpPr>
        <dsp:cNvPr id="0" name=""/>
        <dsp:cNvSpPr/>
      </dsp:nvSpPr>
      <dsp:spPr>
        <a:xfrm>
          <a:off x="2909785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Network Design</a:t>
          </a:r>
        </a:p>
      </dsp:txBody>
      <dsp:txXfrm>
        <a:off x="3125001" y="496395"/>
        <a:ext cx="645648" cy="430431"/>
      </dsp:txXfrm>
    </dsp:sp>
    <dsp:sp modelId="{7AD32CBD-7A4D-BA44-9643-D249691B5889}">
      <dsp:nvSpPr>
        <dsp:cNvPr id="0" name=""/>
        <dsp:cNvSpPr/>
      </dsp:nvSpPr>
      <dsp:spPr>
        <a:xfrm>
          <a:off x="3878256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SDD</a:t>
          </a:r>
        </a:p>
      </dsp:txBody>
      <dsp:txXfrm>
        <a:off x="4093472" y="496395"/>
        <a:ext cx="645648" cy="430431"/>
      </dsp:txXfrm>
    </dsp:sp>
    <dsp:sp modelId="{FBC20F8B-CB96-5A41-A1C4-D3AEA594FF49}">
      <dsp:nvSpPr>
        <dsp:cNvPr id="0" name=""/>
        <dsp:cNvSpPr/>
      </dsp:nvSpPr>
      <dsp:spPr>
        <a:xfrm>
          <a:off x="4846728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Migration Strategy</a:t>
          </a:r>
        </a:p>
      </dsp:txBody>
      <dsp:txXfrm>
        <a:off x="5061944" y="496395"/>
        <a:ext cx="645648" cy="430431"/>
      </dsp:txXfrm>
    </dsp:sp>
    <dsp:sp modelId="{249B4738-EDE4-ED4B-A309-6878AAF0261C}">
      <dsp:nvSpPr>
        <dsp:cNvPr id="0" name=""/>
        <dsp:cNvSpPr/>
      </dsp:nvSpPr>
      <dsp:spPr>
        <a:xfrm>
          <a:off x="5815200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Implementation Plans</a:t>
          </a:r>
        </a:p>
      </dsp:txBody>
      <dsp:txXfrm>
        <a:off x="6030416" y="496395"/>
        <a:ext cx="645648" cy="430431"/>
      </dsp:txXfrm>
    </dsp:sp>
    <dsp:sp modelId="{7FC1DEBC-F4F9-854F-9E20-0C57932D8052}">
      <dsp:nvSpPr>
        <dsp:cNvPr id="0" name=""/>
        <dsp:cNvSpPr/>
      </dsp:nvSpPr>
      <dsp:spPr>
        <a:xfrm>
          <a:off x="6783671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Test Plans</a:t>
          </a:r>
        </a:p>
      </dsp:txBody>
      <dsp:txXfrm>
        <a:off x="6998887" y="496395"/>
        <a:ext cx="645648" cy="430431"/>
      </dsp:txXfrm>
    </dsp:sp>
    <dsp:sp modelId="{B58CF005-4B43-404F-A643-1100E2CF81FF}">
      <dsp:nvSpPr>
        <dsp:cNvPr id="0" name=""/>
        <dsp:cNvSpPr/>
      </dsp:nvSpPr>
      <dsp:spPr>
        <a:xfrm>
          <a:off x="7752143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Test Cases</a:t>
          </a:r>
        </a:p>
      </dsp:txBody>
      <dsp:txXfrm>
        <a:off x="7967359" y="496395"/>
        <a:ext cx="645648" cy="430431"/>
      </dsp:txXfrm>
    </dsp:sp>
    <dsp:sp modelId="{D3155EBB-4AB3-9044-830F-968F5A0CCC14}">
      <dsp:nvSpPr>
        <dsp:cNvPr id="0" name=""/>
        <dsp:cNvSpPr/>
      </dsp:nvSpPr>
      <dsp:spPr>
        <a:xfrm>
          <a:off x="8720614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Implementation</a:t>
          </a:r>
        </a:p>
      </dsp:txBody>
      <dsp:txXfrm>
        <a:off x="8935830" y="496395"/>
        <a:ext cx="645648" cy="430431"/>
      </dsp:txXfrm>
    </dsp:sp>
    <dsp:sp modelId="{ED23E062-CC08-4E42-B04F-F2F15BDA8DA9}">
      <dsp:nvSpPr>
        <dsp:cNvPr id="0" name=""/>
        <dsp:cNvSpPr/>
      </dsp:nvSpPr>
      <dsp:spPr>
        <a:xfrm>
          <a:off x="9689086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Testing</a:t>
          </a:r>
        </a:p>
      </dsp:txBody>
      <dsp:txXfrm>
        <a:off x="9904302" y="496395"/>
        <a:ext cx="645648" cy="430431"/>
      </dsp:txXfrm>
    </dsp:sp>
    <dsp:sp modelId="{14380ECD-5DE7-9B4E-B007-8EC6BE6A58F0}">
      <dsp:nvSpPr>
        <dsp:cNvPr id="0" name=""/>
        <dsp:cNvSpPr/>
      </dsp:nvSpPr>
      <dsp:spPr>
        <a:xfrm>
          <a:off x="10657558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Reports</a:t>
          </a:r>
        </a:p>
      </dsp:txBody>
      <dsp:txXfrm>
        <a:off x="10872774" y="496395"/>
        <a:ext cx="645648" cy="4304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3438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Requirements Gathering</a:t>
          </a:r>
        </a:p>
      </dsp:txBody>
      <dsp:txXfrm>
        <a:off x="175955" y="539094"/>
        <a:ext cx="517550" cy="345033"/>
      </dsp:txXfrm>
    </dsp:sp>
    <dsp:sp modelId="{B1BA47BC-0F0D-FA45-9AD4-0D38494B05F4}">
      <dsp:nvSpPr>
        <dsp:cNvPr id="0" name=""/>
        <dsp:cNvSpPr/>
      </dsp:nvSpPr>
      <dsp:spPr>
        <a:xfrm>
          <a:off x="779763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Technology Assessment</a:t>
          </a:r>
        </a:p>
      </dsp:txBody>
      <dsp:txXfrm>
        <a:off x="952280" y="539094"/>
        <a:ext cx="517550" cy="345033"/>
      </dsp:txXfrm>
    </dsp:sp>
    <dsp:sp modelId="{0E438F55-0AD6-A94F-9469-2CA709F3A391}">
      <dsp:nvSpPr>
        <dsp:cNvPr id="0" name=""/>
        <dsp:cNvSpPr/>
      </dsp:nvSpPr>
      <dsp:spPr>
        <a:xfrm>
          <a:off x="1556088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SRD</a:t>
          </a:r>
        </a:p>
      </dsp:txBody>
      <dsp:txXfrm>
        <a:off x="1728605" y="539094"/>
        <a:ext cx="517550" cy="345033"/>
      </dsp:txXfrm>
    </dsp:sp>
    <dsp:sp modelId="{3BA502E2-CAA2-EC45-90DB-2360A508B246}">
      <dsp:nvSpPr>
        <dsp:cNvPr id="0" name=""/>
        <dsp:cNvSpPr/>
      </dsp:nvSpPr>
      <dsp:spPr>
        <a:xfrm>
          <a:off x="2332413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Network Design</a:t>
          </a:r>
        </a:p>
      </dsp:txBody>
      <dsp:txXfrm>
        <a:off x="2504930" y="539094"/>
        <a:ext cx="517550" cy="345033"/>
      </dsp:txXfrm>
    </dsp:sp>
    <dsp:sp modelId="{822CDF41-5AC2-8044-ACDA-86F871023A4E}">
      <dsp:nvSpPr>
        <dsp:cNvPr id="0" name=""/>
        <dsp:cNvSpPr/>
      </dsp:nvSpPr>
      <dsp:spPr>
        <a:xfrm>
          <a:off x="3108738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Assessment</a:t>
          </a:r>
        </a:p>
      </dsp:txBody>
      <dsp:txXfrm>
        <a:off x="3281255" y="539094"/>
        <a:ext cx="517550" cy="345033"/>
      </dsp:txXfrm>
    </dsp:sp>
    <dsp:sp modelId="{7AD32CBD-7A4D-BA44-9643-D249691B5889}">
      <dsp:nvSpPr>
        <dsp:cNvPr id="0" name=""/>
        <dsp:cNvSpPr/>
      </dsp:nvSpPr>
      <dsp:spPr>
        <a:xfrm>
          <a:off x="3885062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SDD</a:t>
          </a:r>
        </a:p>
      </dsp:txBody>
      <dsp:txXfrm>
        <a:off x="4057579" y="539094"/>
        <a:ext cx="517550" cy="345033"/>
      </dsp:txXfrm>
    </dsp:sp>
    <dsp:sp modelId="{FBC20F8B-CB96-5A41-A1C4-D3AEA594FF49}">
      <dsp:nvSpPr>
        <dsp:cNvPr id="0" name=""/>
        <dsp:cNvSpPr/>
      </dsp:nvSpPr>
      <dsp:spPr>
        <a:xfrm>
          <a:off x="4661387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Migration Strategy</a:t>
          </a:r>
        </a:p>
      </dsp:txBody>
      <dsp:txXfrm>
        <a:off x="4833904" y="539094"/>
        <a:ext cx="517550" cy="345033"/>
      </dsp:txXfrm>
    </dsp:sp>
    <dsp:sp modelId="{249B4738-EDE4-ED4B-A309-6878AAF0261C}">
      <dsp:nvSpPr>
        <dsp:cNvPr id="0" name=""/>
        <dsp:cNvSpPr/>
      </dsp:nvSpPr>
      <dsp:spPr>
        <a:xfrm>
          <a:off x="5437712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Implementation Plans</a:t>
          </a:r>
        </a:p>
      </dsp:txBody>
      <dsp:txXfrm>
        <a:off x="5610229" y="539094"/>
        <a:ext cx="517550" cy="345033"/>
      </dsp:txXfrm>
    </dsp:sp>
    <dsp:sp modelId="{7FC1DEBC-F4F9-854F-9E20-0C57932D8052}">
      <dsp:nvSpPr>
        <dsp:cNvPr id="0" name=""/>
        <dsp:cNvSpPr/>
      </dsp:nvSpPr>
      <dsp:spPr>
        <a:xfrm>
          <a:off x="6214037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Plans</a:t>
          </a:r>
        </a:p>
      </dsp:txBody>
      <dsp:txXfrm>
        <a:off x="6386554" y="539094"/>
        <a:ext cx="517550" cy="345033"/>
      </dsp:txXfrm>
    </dsp:sp>
    <dsp:sp modelId="{B58CF005-4B43-404F-A643-1100E2CF81FF}">
      <dsp:nvSpPr>
        <dsp:cNvPr id="0" name=""/>
        <dsp:cNvSpPr/>
      </dsp:nvSpPr>
      <dsp:spPr>
        <a:xfrm>
          <a:off x="6990362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Cases</a:t>
          </a:r>
        </a:p>
      </dsp:txBody>
      <dsp:txXfrm>
        <a:off x="7162879" y="539094"/>
        <a:ext cx="517550" cy="345033"/>
      </dsp:txXfrm>
    </dsp:sp>
    <dsp:sp modelId="{254FE932-5757-1649-9288-34D642215104}">
      <dsp:nvSpPr>
        <dsp:cNvPr id="0" name=""/>
        <dsp:cNvSpPr/>
      </dsp:nvSpPr>
      <dsp:spPr>
        <a:xfrm>
          <a:off x="7766686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Lab build</a:t>
          </a:r>
        </a:p>
      </dsp:txBody>
      <dsp:txXfrm>
        <a:off x="7939203" y="539094"/>
        <a:ext cx="517550" cy="345033"/>
      </dsp:txXfrm>
    </dsp:sp>
    <dsp:sp modelId="{A3542E8E-E5B7-BC42-88BB-71AC327F58BE}">
      <dsp:nvSpPr>
        <dsp:cNvPr id="0" name=""/>
        <dsp:cNvSpPr/>
      </dsp:nvSpPr>
      <dsp:spPr>
        <a:xfrm>
          <a:off x="8543011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Lab PoC</a:t>
          </a:r>
        </a:p>
      </dsp:txBody>
      <dsp:txXfrm>
        <a:off x="8715528" y="539094"/>
        <a:ext cx="517550" cy="345033"/>
      </dsp:txXfrm>
    </dsp:sp>
    <dsp:sp modelId="{D3155EBB-4AB3-9044-830F-968F5A0CCC14}">
      <dsp:nvSpPr>
        <dsp:cNvPr id="0" name=""/>
        <dsp:cNvSpPr/>
      </dsp:nvSpPr>
      <dsp:spPr>
        <a:xfrm>
          <a:off x="9319336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Production Implementation</a:t>
          </a:r>
        </a:p>
      </dsp:txBody>
      <dsp:txXfrm>
        <a:off x="9491853" y="539094"/>
        <a:ext cx="517550" cy="345033"/>
      </dsp:txXfrm>
    </dsp:sp>
    <dsp:sp modelId="{ED23E062-CC08-4E42-B04F-F2F15BDA8DA9}">
      <dsp:nvSpPr>
        <dsp:cNvPr id="0" name=""/>
        <dsp:cNvSpPr/>
      </dsp:nvSpPr>
      <dsp:spPr>
        <a:xfrm>
          <a:off x="10095661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Testing</a:t>
          </a:r>
        </a:p>
      </dsp:txBody>
      <dsp:txXfrm>
        <a:off x="10268178" y="539094"/>
        <a:ext cx="517550" cy="345033"/>
      </dsp:txXfrm>
    </dsp:sp>
    <dsp:sp modelId="{14380ECD-5DE7-9B4E-B007-8EC6BE6A58F0}">
      <dsp:nvSpPr>
        <dsp:cNvPr id="0" name=""/>
        <dsp:cNvSpPr/>
      </dsp:nvSpPr>
      <dsp:spPr>
        <a:xfrm>
          <a:off x="10871986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Reports</a:t>
          </a:r>
        </a:p>
      </dsp:txBody>
      <dsp:txXfrm>
        <a:off x="11044503" y="539094"/>
        <a:ext cx="517550" cy="3450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1432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Identification</a:t>
          </a:r>
        </a:p>
      </dsp:txBody>
      <dsp:txXfrm>
        <a:off x="259347" y="453695"/>
        <a:ext cx="773746" cy="515830"/>
      </dsp:txXfrm>
    </dsp:sp>
    <dsp:sp modelId="{FEAFDC6B-12D8-AD43-9F60-F7715057E525}">
      <dsp:nvSpPr>
        <dsp:cNvPr id="0" name=""/>
        <dsp:cNvSpPr/>
      </dsp:nvSpPr>
      <dsp:spPr>
        <a:xfrm>
          <a:off x="1162051" y="453695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Issue(s) Creation</a:t>
          </a:r>
        </a:p>
      </dsp:txBody>
      <dsp:txXfrm>
        <a:off x="1419966" y="453695"/>
        <a:ext cx="773746" cy="515830"/>
      </dsp:txXfrm>
    </dsp:sp>
    <dsp:sp modelId="{CDC3F41D-79FF-D046-A683-6C8F2572A07F}">
      <dsp:nvSpPr>
        <dsp:cNvPr id="0" name=""/>
        <dsp:cNvSpPr/>
      </dsp:nvSpPr>
      <dsp:spPr>
        <a:xfrm>
          <a:off x="2322669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Prioritization</a:t>
          </a:r>
        </a:p>
      </dsp:txBody>
      <dsp:txXfrm>
        <a:off x="2580584" y="453695"/>
        <a:ext cx="773746" cy="515830"/>
      </dsp:txXfrm>
    </dsp:sp>
    <dsp:sp modelId="{D53494E1-71EA-6647-B576-7122CE263A80}">
      <dsp:nvSpPr>
        <dsp:cNvPr id="0" name=""/>
        <dsp:cNvSpPr/>
      </dsp:nvSpPr>
      <dsp:spPr>
        <a:xfrm>
          <a:off x="3483288" y="453695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Assignment</a:t>
          </a:r>
        </a:p>
      </dsp:txBody>
      <dsp:txXfrm>
        <a:off x="3741203" y="453695"/>
        <a:ext cx="773746" cy="515830"/>
      </dsp:txXfrm>
    </dsp:sp>
    <dsp:sp modelId="{5AF62668-B450-CA41-9E9A-CEC4F159EC1A}">
      <dsp:nvSpPr>
        <dsp:cNvPr id="0" name=""/>
        <dsp:cNvSpPr/>
      </dsp:nvSpPr>
      <dsp:spPr>
        <a:xfrm>
          <a:off x="4643906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Creation</a:t>
          </a:r>
        </a:p>
      </dsp:txBody>
      <dsp:txXfrm>
        <a:off x="4901821" y="453695"/>
        <a:ext cx="773746" cy="515830"/>
      </dsp:txXfrm>
    </dsp:sp>
    <dsp:sp modelId="{503B7A22-5A5F-D34E-AB34-11AC3ACDFDCA}">
      <dsp:nvSpPr>
        <dsp:cNvPr id="0" name=""/>
        <dsp:cNvSpPr/>
      </dsp:nvSpPr>
      <dsp:spPr>
        <a:xfrm>
          <a:off x="5804525" y="453695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testing</a:t>
          </a:r>
        </a:p>
      </dsp:txBody>
      <dsp:txXfrm>
        <a:off x="6062440" y="453695"/>
        <a:ext cx="773746" cy="515830"/>
      </dsp:txXfrm>
    </dsp:sp>
    <dsp:sp modelId="{54A3D6E3-2C64-6944-9C98-E18BCFD15410}">
      <dsp:nvSpPr>
        <dsp:cNvPr id="0" name=""/>
        <dsp:cNvSpPr/>
      </dsp:nvSpPr>
      <dsp:spPr>
        <a:xfrm>
          <a:off x="6965143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Submission</a:t>
          </a:r>
        </a:p>
      </dsp:txBody>
      <dsp:txXfrm>
        <a:off x="7223058" y="453695"/>
        <a:ext cx="773746" cy="515830"/>
      </dsp:txXfrm>
    </dsp:sp>
    <dsp:sp modelId="{12195E32-B547-0240-8859-255F91DD525A}">
      <dsp:nvSpPr>
        <dsp:cNvPr id="0" name=""/>
        <dsp:cNvSpPr/>
      </dsp:nvSpPr>
      <dsp:spPr>
        <a:xfrm>
          <a:off x="8125762" y="453695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Review</a:t>
          </a:r>
        </a:p>
      </dsp:txBody>
      <dsp:txXfrm>
        <a:off x="8383677" y="453695"/>
        <a:ext cx="773746" cy="515830"/>
      </dsp:txXfrm>
    </dsp:sp>
    <dsp:sp modelId="{3F3CFBFC-073E-BF43-B246-83B70AFED1EC}">
      <dsp:nvSpPr>
        <dsp:cNvPr id="0" name=""/>
        <dsp:cNvSpPr/>
      </dsp:nvSpPr>
      <dsp:spPr>
        <a:xfrm>
          <a:off x="9286380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Merge</a:t>
          </a:r>
        </a:p>
      </dsp:txBody>
      <dsp:txXfrm>
        <a:off x="9544295" y="453695"/>
        <a:ext cx="773746" cy="515830"/>
      </dsp:txXfrm>
    </dsp:sp>
    <dsp:sp modelId="{FFEC34EB-2D3D-5644-82C1-F8E9FAEC8EAD}">
      <dsp:nvSpPr>
        <dsp:cNvPr id="0" name=""/>
        <dsp:cNvSpPr/>
      </dsp:nvSpPr>
      <dsp:spPr>
        <a:xfrm>
          <a:off x="10446999" y="453695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Release Schedule</a:t>
          </a:r>
        </a:p>
      </dsp:txBody>
      <dsp:txXfrm>
        <a:off x="10704914" y="453695"/>
        <a:ext cx="773746" cy="5158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3438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Requirements Gathering</a:t>
          </a:r>
        </a:p>
      </dsp:txBody>
      <dsp:txXfrm>
        <a:off x="175955" y="452992"/>
        <a:ext cx="517550" cy="345033"/>
      </dsp:txXfrm>
    </dsp:sp>
    <dsp:sp modelId="{B1BA47BC-0F0D-FA45-9AD4-0D38494B05F4}">
      <dsp:nvSpPr>
        <dsp:cNvPr id="0" name=""/>
        <dsp:cNvSpPr/>
      </dsp:nvSpPr>
      <dsp:spPr>
        <a:xfrm>
          <a:off x="779763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Technology Assessment</a:t>
          </a:r>
        </a:p>
      </dsp:txBody>
      <dsp:txXfrm>
        <a:off x="952280" y="452992"/>
        <a:ext cx="517550" cy="345033"/>
      </dsp:txXfrm>
    </dsp:sp>
    <dsp:sp modelId="{0E438F55-0AD6-A94F-9469-2CA709F3A391}">
      <dsp:nvSpPr>
        <dsp:cNvPr id="0" name=""/>
        <dsp:cNvSpPr/>
      </dsp:nvSpPr>
      <dsp:spPr>
        <a:xfrm>
          <a:off x="1556088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SRD</a:t>
          </a:r>
        </a:p>
      </dsp:txBody>
      <dsp:txXfrm>
        <a:off x="1728605" y="452992"/>
        <a:ext cx="517550" cy="345033"/>
      </dsp:txXfrm>
    </dsp:sp>
    <dsp:sp modelId="{3BA502E2-CAA2-EC45-90DB-2360A508B246}">
      <dsp:nvSpPr>
        <dsp:cNvPr id="0" name=""/>
        <dsp:cNvSpPr/>
      </dsp:nvSpPr>
      <dsp:spPr>
        <a:xfrm>
          <a:off x="2332413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Network Design</a:t>
          </a:r>
        </a:p>
      </dsp:txBody>
      <dsp:txXfrm>
        <a:off x="2504930" y="452992"/>
        <a:ext cx="517550" cy="345033"/>
      </dsp:txXfrm>
    </dsp:sp>
    <dsp:sp modelId="{822CDF41-5AC2-8044-ACDA-86F871023A4E}">
      <dsp:nvSpPr>
        <dsp:cNvPr id="0" name=""/>
        <dsp:cNvSpPr/>
      </dsp:nvSpPr>
      <dsp:spPr>
        <a:xfrm>
          <a:off x="3108738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Assessment</a:t>
          </a:r>
        </a:p>
      </dsp:txBody>
      <dsp:txXfrm>
        <a:off x="3281255" y="452992"/>
        <a:ext cx="517550" cy="345033"/>
      </dsp:txXfrm>
    </dsp:sp>
    <dsp:sp modelId="{7AD32CBD-7A4D-BA44-9643-D249691B5889}">
      <dsp:nvSpPr>
        <dsp:cNvPr id="0" name=""/>
        <dsp:cNvSpPr/>
      </dsp:nvSpPr>
      <dsp:spPr>
        <a:xfrm>
          <a:off x="3885062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SDD</a:t>
          </a:r>
        </a:p>
      </dsp:txBody>
      <dsp:txXfrm>
        <a:off x="4057579" y="452992"/>
        <a:ext cx="517550" cy="345033"/>
      </dsp:txXfrm>
    </dsp:sp>
    <dsp:sp modelId="{FBC20F8B-CB96-5A41-A1C4-D3AEA594FF49}">
      <dsp:nvSpPr>
        <dsp:cNvPr id="0" name=""/>
        <dsp:cNvSpPr/>
      </dsp:nvSpPr>
      <dsp:spPr>
        <a:xfrm>
          <a:off x="4661387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Migration Strategy</a:t>
          </a:r>
        </a:p>
      </dsp:txBody>
      <dsp:txXfrm>
        <a:off x="4833904" y="452992"/>
        <a:ext cx="517550" cy="345033"/>
      </dsp:txXfrm>
    </dsp:sp>
    <dsp:sp modelId="{249B4738-EDE4-ED4B-A309-6878AAF0261C}">
      <dsp:nvSpPr>
        <dsp:cNvPr id="0" name=""/>
        <dsp:cNvSpPr/>
      </dsp:nvSpPr>
      <dsp:spPr>
        <a:xfrm>
          <a:off x="5437712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Implementation Plans</a:t>
          </a:r>
        </a:p>
      </dsp:txBody>
      <dsp:txXfrm>
        <a:off x="5610229" y="452992"/>
        <a:ext cx="517550" cy="345033"/>
      </dsp:txXfrm>
    </dsp:sp>
    <dsp:sp modelId="{7FC1DEBC-F4F9-854F-9E20-0C57932D8052}">
      <dsp:nvSpPr>
        <dsp:cNvPr id="0" name=""/>
        <dsp:cNvSpPr/>
      </dsp:nvSpPr>
      <dsp:spPr>
        <a:xfrm>
          <a:off x="6214037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Plans</a:t>
          </a:r>
        </a:p>
      </dsp:txBody>
      <dsp:txXfrm>
        <a:off x="6386554" y="452992"/>
        <a:ext cx="517550" cy="345033"/>
      </dsp:txXfrm>
    </dsp:sp>
    <dsp:sp modelId="{B58CF005-4B43-404F-A643-1100E2CF81FF}">
      <dsp:nvSpPr>
        <dsp:cNvPr id="0" name=""/>
        <dsp:cNvSpPr/>
      </dsp:nvSpPr>
      <dsp:spPr>
        <a:xfrm>
          <a:off x="6990362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Cases</a:t>
          </a:r>
        </a:p>
      </dsp:txBody>
      <dsp:txXfrm>
        <a:off x="7162879" y="452992"/>
        <a:ext cx="517550" cy="345033"/>
      </dsp:txXfrm>
    </dsp:sp>
    <dsp:sp modelId="{254FE932-5757-1649-9288-34D642215104}">
      <dsp:nvSpPr>
        <dsp:cNvPr id="0" name=""/>
        <dsp:cNvSpPr/>
      </dsp:nvSpPr>
      <dsp:spPr>
        <a:xfrm>
          <a:off x="7766686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Lab build</a:t>
          </a:r>
        </a:p>
      </dsp:txBody>
      <dsp:txXfrm>
        <a:off x="7939203" y="452992"/>
        <a:ext cx="517550" cy="345033"/>
      </dsp:txXfrm>
    </dsp:sp>
    <dsp:sp modelId="{A3542E8E-E5B7-BC42-88BB-71AC327F58BE}">
      <dsp:nvSpPr>
        <dsp:cNvPr id="0" name=""/>
        <dsp:cNvSpPr/>
      </dsp:nvSpPr>
      <dsp:spPr>
        <a:xfrm>
          <a:off x="8543011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Lab PoC</a:t>
          </a:r>
        </a:p>
      </dsp:txBody>
      <dsp:txXfrm>
        <a:off x="8715528" y="452992"/>
        <a:ext cx="517550" cy="345033"/>
      </dsp:txXfrm>
    </dsp:sp>
    <dsp:sp modelId="{D3155EBB-4AB3-9044-830F-968F5A0CCC14}">
      <dsp:nvSpPr>
        <dsp:cNvPr id="0" name=""/>
        <dsp:cNvSpPr/>
      </dsp:nvSpPr>
      <dsp:spPr>
        <a:xfrm>
          <a:off x="9319336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Production Implementation</a:t>
          </a:r>
        </a:p>
      </dsp:txBody>
      <dsp:txXfrm>
        <a:off x="9491853" y="452992"/>
        <a:ext cx="517550" cy="345033"/>
      </dsp:txXfrm>
    </dsp:sp>
    <dsp:sp modelId="{ED23E062-CC08-4E42-B04F-F2F15BDA8DA9}">
      <dsp:nvSpPr>
        <dsp:cNvPr id="0" name=""/>
        <dsp:cNvSpPr/>
      </dsp:nvSpPr>
      <dsp:spPr>
        <a:xfrm>
          <a:off x="10095661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Testing</a:t>
          </a:r>
        </a:p>
      </dsp:txBody>
      <dsp:txXfrm>
        <a:off x="10268178" y="452992"/>
        <a:ext cx="517550" cy="345033"/>
      </dsp:txXfrm>
    </dsp:sp>
    <dsp:sp modelId="{14380ECD-5DE7-9B4E-B007-8EC6BE6A58F0}">
      <dsp:nvSpPr>
        <dsp:cNvPr id="0" name=""/>
        <dsp:cNvSpPr/>
      </dsp:nvSpPr>
      <dsp:spPr>
        <a:xfrm>
          <a:off x="10871986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Reports</a:t>
          </a:r>
        </a:p>
      </dsp:txBody>
      <dsp:txXfrm>
        <a:off x="11044503" y="452992"/>
        <a:ext cx="517550" cy="3450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1432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Identification</a:t>
          </a:r>
        </a:p>
      </dsp:txBody>
      <dsp:txXfrm>
        <a:off x="259347" y="367594"/>
        <a:ext cx="773746" cy="515830"/>
      </dsp:txXfrm>
    </dsp:sp>
    <dsp:sp modelId="{FEAFDC6B-12D8-AD43-9F60-F7715057E525}">
      <dsp:nvSpPr>
        <dsp:cNvPr id="0" name=""/>
        <dsp:cNvSpPr/>
      </dsp:nvSpPr>
      <dsp:spPr>
        <a:xfrm>
          <a:off x="1162051" y="367594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Issue(s) Creation</a:t>
          </a:r>
        </a:p>
      </dsp:txBody>
      <dsp:txXfrm>
        <a:off x="1419966" y="367594"/>
        <a:ext cx="773746" cy="515830"/>
      </dsp:txXfrm>
    </dsp:sp>
    <dsp:sp modelId="{CDC3F41D-79FF-D046-A683-6C8F2572A07F}">
      <dsp:nvSpPr>
        <dsp:cNvPr id="0" name=""/>
        <dsp:cNvSpPr/>
      </dsp:nvSpPr>
      <dsp:spPr>
        <a:xfrm>
          <a:off x="2322669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Prioritization</a:t>
          </a:r>
        </a:p>
      </dsp:txBody>
      <dsp:txXfrm>
        <a:off x="2580584" y="367594"/>
        <a:ext cx="773746" cy="515830"/>
      </dsp:txXfrm>
    </dsp:sp>
    <dsp:sp modelId="{D53494E1-71EA-6647-B576-7122CE263A80}">
      <dsp:nvSpPr>
        <dsp:cNvPr id="0" name=""/>
        <dsp:cNvSpPr/>
      </dsp:nvSpPr>
      <dsp:spPr>
        <a:xfrm>
          <a:off x="3483288" y="367594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Assignment</a:t>
          </a:r>
        </a:p>
      </dsp:txBody>
      <dsp:txXfrm>
        <a:off x="3741203" y="367594"/>
        <a:ext cx="773746" cy="515830"/>
      </dsp:txXfrm>
    </dsp:sp>
    <dsp:sp modelId="{5AF62668-B450-CA41-9E9A-CEC4F159EC1A}">
      <dsp:nvSpPr>
        <dsp:cNvPr id="0" name=""/>
        <dsp:cNvSpPr/>
      </dsp:nvSpPr>
      <dsp:spPr>
        <a:xfrm>
          <a:off x="4643906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Creation</a:t>
          </a:r>
        </a:p>
      </dsp:txBody>
      <dsp:txXfrm>
        <a:off x="4901821" y="367594"/>
        <a:ext cx="773746" cy="515830"/>
      </dsp:txXfrm>
    </dsp:sp>
    <dsp:sp modelId="{503B7A22-5A5F-D34E-AB34-11AC3ACDFDCA}">
      <dsp:nvSpPr>
        <dsp:cNvPr id="0" name=""/>
        <dsp:cNvSpPr/>
      </dsp:nvSpPr>
      <dsp:spPr>
        <a:xfrm>
          <a:off x="5804525" y="367594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testing</a:t>
          </a:r>
        </a:p>
      </dsp:txBody>
      <dsp:txXfrm>
        <a:off x="6062440" y="367594"/>
        <a:ext cx="773746" cy="515830"/>
      </dsp:txXfrm>
    </dsp:sp>
    <dsp:sp modelId="{54A3D6E3-2C64-6944-9C98-E18BCFD15410}">
      <dsp:nvSpPr>
        <dsp:cNvPr id="0" name=""/>
        <dsp:cNvSpPr/>
      </dsp:nvSpPr>
      <dsp:spPr>
        <a:xfrm>
          <a:off x="6965143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Submission</a:t>
          </a:r>
        </a:p>
      </dsp:txBody>
      <dsp:txXfrm>
        <a:off x="7223058" y="367594"/>
        <a:ext cx="773746" cy="515830"/>
      </dsp:txXfrm>
    </dsp:sp>
    <dsp:sp modelId="{12195E32-B547-0240-8859-255F91DD525A}">
      <dsp:nvSpPr>
        <dsp:cNvPr id="0" name=""/>
        <dsp:cNvSpPr/>
      </dsp:nvSpPr>
      <dsp:spPr>
        <a:xfrm>
          <a:off x="8125762" y="367594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Review</a:t>
          </a:r>
        </a:p>
      </dsp:txBody>
      <dsp:txXfrm>
        <a:off x="8383677" y="367594"/>
        <a:ext cx="773746" cy="515830"/>
      </dsp:txXfrm>
    </dsp:sp>
    <dsp:sp modelId="{3F3CFBFC-073E-BF43-B246-83B70AFED1EC}">
      <dsp:nvSpPr>
        <dsp:cNvPr id="0" name=""/>
        <dsp:cNvSpPr/>
      </dsp:nvSpPr>
      <dsp:spPr>
        <a:xfrm>
          <a:off x="9286380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Merge</a:t>
          </a:r>
        </a:p>
      </dsp:txBody>
      <dsp:txXfrm>
        <a:off x="9544295" y="367594"/>
        <a:ext cx="773746" cy="515830"/>
      </dsp:txXfrm>
    </dsp:sp>
    <dsp:sp modelId="{FFEC34EB-2D3D-5644-82C1-F8E9FAEC8EAD}">
      <dsp:nvSpPr>
        <dsp:cNvPr id="0" name=""/>
        <dsp:cNvSpPr/>
      </dsp:nvSpPr>
      <dsp:spPr>
        <a:xfrm>
          <a:off x="10446999" y="367594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Release Schedule</a:t>
          </a:r>
        </a:p>
      </dsp:txBody>
      <dsp:txXfrm>
        <a:off x="10704914" y="367594"/>
        <a:ext cx="773746" cy="515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2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2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7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907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8293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493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2703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2202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6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74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0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5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4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09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9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94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3DF5-78A1-7006-522C-1EF18B91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0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6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2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14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8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0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3716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5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04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1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2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26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28016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4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4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5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4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7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4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5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1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1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9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52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0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4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0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774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385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2025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/>
        </p:nvPicPr>
        <p:blipFill>
          <a:blip r:embed="rId5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81059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67" r:id="rId20"/>
    <p:sldLayoutId id="2147483868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  <p:sldLayoutId id="2147483838" r:id="rId28"/>
    <p:sldLayoutId id="2147483839" r:id="rId29"/>
    <p:sldLayoutId id="2147483840" r:id="rId30"/>
    <p:sldLayoutId id="2147483841" r:id="rId31"/>
    <p:sldLayoutId id="2147483842" r:id="rId32"/>
    <p:sldLayoutId id="2147483843" r:id="rId33"/>
    <p:sldLayoutId id="2147483844" r:id="rId34"/>
    <p:sldLayoutId id="2147483845" r:id="rId35"/>
    <p:sldLayoutId id="2147483846" r:id="rId36"/>
    <p:sldLayoutId id="2147483847" r:id="rId37"/>
    <p:sldLayoutId id="2147483848" r:id="rId38"/>
    <p:sldLayoutId id="2147483849" r:id="rId39"/>
    <p:sldLayoutId id="2147483850" r:id="rId40"/>
    <p:sldLayoutId id="2147483851" r:id="rId41"/>
    <p:sldLayoutId id="2147483852" r:id="rId42"/>
    <p:sldLayoutId id="2147483853" r:id="rId43"/>
    <p:sldLayoutId id="2147483854" r:id="rId44"/>
    <p:sldLayoutId id="2147483855" r:id="rId45"/>
    <p:sldLayoutId id="2147483856" r:id="rId46"/>
    <p:sldLayoutId id="2147483857" r:id="rId47"/>
    <p:sldLayoutId id="2147483858" r:id="rId48"/>
    <p:sldLayoutId id="2147483859" r:id="rId49"/>
    <p:sldLayoutId id="2147483860" r:id="rId50"/>
    <p:sldLayoutId id="2147483861" r:id="rId51"/>
    <p:sldLayoutId id="2147483862" r:id="rId52"/>
    <p:sldLayoutId id="2147483863" r:id="rId53"/>
    <p:sldLayoutId id="2147483864" r:id="rId54"/>
    <p:sldLayoutId id="2147483865" r:id="rId55"/>
    <p:sldLayoutId id="2147483866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>
          <p15:clr>
            <a:srgbClr val="F26B43"/>
          </p15:clr>
        </p15:guide>
        <p15:guide id="3" pos="7476">
          <p15:clr>
            <a:srgbClr val="F26B43"/>
          </p15:clr>
        </p15:guide>
        <p15:guide id="6" pos="3840">
          <p15:clr>
            <a:srgbClr val="F26B43"/>
          </p15:clr>
        </p15:guide>
        <p15:guide id="9" orient="horz" pos="3827">
          <p15:clr>
            <a:srgbClr val="9FCC3B"/>
          </p15:clr>
        </p15:guide>
        <p15:guide id="10" orient="horz" pos="202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>
          <p15:clr>
            <a:srgbClr val="A4A3A4"/>
          </p15:clr>
        </p15:guide>
        <p15:guide id="13" orient="horz" pos="2552">
          <p15:clr>
            <a:srgbClr val="A4A3A4"/>
          </p15:clr>
        </p15:guide>
        <p15:guide id="14" orient="horz" pos="600">
          <p15:clr>
            <a:srgbClr val="A4A3A4"/>
          </p15:clr>
        </p15:guide>
        <p15:guide id="15" orient="horz" pos="1766">
          <p15:clr>
            <a:srgbClr val="A4A3A4"/>
          </p15:clr>
        </p15:guide>
        <p15:guide id="16" orient="horz" pos="2355">
          <p15:clr>
            <a:srgbClr val="A4A3A4"/>
          </p15:clr>
        </p15:guide>
        <p15:guide id="18" orient="horz" pos="4118">
          <p15:clr>
            <a:srgbClr val="F26B43"/>
          </p15:clr>
        </p15:guide>
        <p15:guide id="19" orient="horz" pos="1178">
          <p15:clr>
            <a:srgbClr val="A4A3A4"/>
          </p15:clr>
        </p15:guide>
        <p15:guide id="20" orient="horz" pos="1374">
          <p15:clr>
            <a:srgbClr val="A4A3A4"/>
          </p15:clr>
        </p15:guide>
        <p15:guide id="21" orient="horz" pos="1570">
          <p15:clr>
            <a:srgbClr val="A4A3A4"/>
          </p15:clr>
        </p15:guide>
        <p15:guide id="22" pos="703">
          <p15:clr>
            <a:srgbClr val="A4A3A4"/>
          </p15:clr>
        </p15:guide>
        <p15:guide id="23" pos="820">
          <p15:clr>
            <a:srgbClr val="A4A3A4"/>
          </p15:clr>
        </p15:guide>
        <p15:guide id="24" pos="1321">
          <p15:clr>
            <a:srgbClr val="A4A3A4"/>
          </p15:clr>
        </p15:guide>
        <p15:guide id="25" pos="1435">
          <p15:clr>
            <a:srgbClr val="A4A3A4"/>
          </p15:clr>
        </p15:guide>
        <p15:guide id="26" pos="1936">
          <p15:clr>
            <a:srgbClr val="A4A3A4"/>
          </p15:clr>
        </p15:guide>
        <p15:guide id="27" pos="2051">
          <p15:clr>
            <a:srgbClr val="A4A3A4"/>
          </p15:clr>
        </p15:guide>
        <p15:guide id="28" pos="2551">
          <p15:clr>
            <a:srgbClr val="A4A3A4"/>
          </p15:clr>
        </p15:guide>
        <p15:guide id="29" pos="2665">
          <p15:clr>
            <a:srgbClr val="A4A3A4"/>
          </p15:clr>
        </p15:guide>
        <p15:guide id="30" pos="3167">
          <p15:clr>
            <a:srgbClr val="A4A3A4"/>
          </p15:clr>
        </p15:guide>
        <p15:guide id="31" pos="3281">
          <p15:clr>
            <a:srgbClr val="A4A3A4"/>
          </p15:clr>
        </p15:guide>
        <p15:guide id="32" pos="3783">
          <p15:clr>
            <a:srgbClr val="A4A3A4"/>
          </p15:clr>
        </p15:guide>
        <p15:guide id="33" pos="3896">
          <p15:clr>
            <a:srgbClr val="A4A3A4"/>
          </p15:clr>
        </p15:guide>
        <p15:guide id="34" pos="4397">
          <p15:clr>
            <a:srgbClr val="A4A3A4"/>
          </p15:clr>
        </p15:guide>
        <p15:guide id="35" pos="4512">
          <p15:clr>
            <a:srgbClr val="A4A3A4"/>
          </p15:clr>
        </p15:guide>
        <p15:guide id="36" pos="5013">
          <p15:clr>
            <a:srgbClr val="A4A3A4"/>
          </p15:clr>
        </p15:guide>
        <p15:guide id="37" pos="5128">
          <p15:clr>
            <a:srgbClr val="A4A3A4"/>
          </p15:clr>
        </p15:guide>
        <p15:guide id="38" pos="5629">
          <p15:clr>
            <a:srgbClr val="A4A3A4"/>
          </p15:clr>
        </p15:guide>
        <p15:guide id="39" pos="5742">
          <p15:clr>
            <a:srgbClr val="A4A3A4"/>
          </p15:clr>
        </p15:guide>
        <p15:guide id="40" pos="6244">
          <p15:clr>
            <a:srgbClr val="A4A3A4"/>
          </p15:clr>
        </p15:guide>
        <p15:guide id="41" pos="6359">
          <p15:clr>
            <a:srgbClr val="A4A3A4"/>
          </p15:clr>
        </p15:guide>
        <p15:guide id="42" pos="6859">
          <p15:clr>
            <a:srgbClr val="A4A3A4"/>
          </p15:clr>
        </p15:guide>
        <p15:guide id="43" pos="6975">
          <p15:clr>
            <a:srgbClr val="A4A3A4"/>
          </p15:clr>
        </p15:guide>
        <p15:guide id="44" orient="horz" pos="784">
          <p15:clr>
            <a:srgbClr val="A4A3A4"/>
          </p15:clr>
        </p15:guide>
        <p15:guide id="45" orient="horz" pos="980">
          <p15:clr>
            <a:srgbClr val="A4A3A4"/>
          </p15:clr>
        </p15:guide>
        <p15:guide id="46" orient="horz" pos="1962">
          <p15:clr>
            <a:srgbClr val="A4A3A4"/>
          </p15:clr>
        </p15:guide>
        <p15:guide id="47" orient="horz" pos="2747">
          <p15:clr>
            <a:srgbClr val="A4A3A4"/>
          </p15:clr>
        </p15:guide>
        <p15:guide id="48" orient="horz" pos="2945">
          <p15:clr>
            <a:srgbClr val="A4A3A4"/>
          </p15:clr>
        </p15:guide>
        <p15:guide id="49" orient="horz" pos="3141">
          <p15:clr>
            <a:srgbClr val="A4A3A4"/>
          </p15:clr>
        </p15:guide>
        <p15:guide id="50" orient="horz" pos="3337">
          <p15:clr>
            <a:srgbClr val="A4A3A4"/>
          </p15:clr>
        </p15:guide>
        <p15:guide id="51" orient="horz" pos="3535">
          <p15:clr>
            <a:srgbClr val="A4A3A4"/>
          </p15:clr>
        </p15:guide>
        <p15:guide id="52" orient="horz" pos="3730">
          <p15:clr>
            <a:srgbClr val="A4A3A4"/>
          </p15:clr>
        </p15:guide>
        <p15:guide id="53" orient="horz" pos="3936">
          <p15:clr>
            <a:srgbClr val="A4A3A4"/>
          </p15:clr>
        </p15:guide>
        <p15:guide id="54" orient="horz" pos="187">
          <p15:clr>
            <a:srgbClr val="9FCC3B"/>
          </p15:clr>
        </p15:guide>
        <p15:guide id="55" pos="455">
          <p15:clr>
            <a:srgbClr val="9FCC3B"/>
          </p15:clr>
        </p15:guide>
        <p15:guide id="56" pos="1069">
          <p15:clr>
            <a:srgbClr val="9FCC3B"/>
          </p15:clr>
        </p15:guide>
        <p15:guide id="57" pos="1685">
          <p15:clr>
            <a:srgbClr val="9FCC3B"/>
          </p15:clr>
        </p15:guide>
        <p15:guide id="58" pos="2301">
          <p15:clr>
            <a:srgbClr val="9FCC3B"/>
          </p15:clr>
        </p15:guide>
        <p15:guide id="59" pos="2915">
          <p15:clr>
            <a:srgbClr val="9FCC3B"/>
          </p15:clr>
        </p15:guide>
        <p15:guide id="60" pos="3531">
          <p15:clr>
            <a:srgbClr val="9FCC3B"/>
          </p15:clr>
        </p15:guide>
        <p15:guide id="61" pos="4146">
          <p15:clr>
            <a:srgbClr val="9FCC3B"/>
          </p15:clr>
        </p15:guide>
        <p15:guide id="62" pos="4762">
          <p15:clr>
            <a:srgbClr val="9FCC3B"/>
          </p15:clr>
        </p15:guide>
        <p15:guide id="63" pos="5378">
          <p15:clr>
            <a:srgbClr val="9FCC3B"/>
          </p15:clr>
        </p15:guide>
        <p15:guide id="64" pos="5992">
          <p15:clr>
            <a:srgbClr val="9FCC3B"/>
          </p15:clr>
        </p15:guide>
        <p15:guide id="65" pos="6609">
          <p15:clr>
            <a:srgbClr val="9FCC3B"/>
          </p15:clr>
        </p15:guide>
        <p15:guide id="66" pos="7225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B269-0780-BBDC-8B95-B7B471A4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SaC</a:t>
            </a:r>
            <a:r>
              <a:rPr lang="en-US" dirty="0"/>
              <a:t> / </a:t>
            </a:r>
            <a:r>
              <a:rPr lang="en-US" dirty="0" err="1"/>
              <a:t>NaC</a:t>
            </a:r>
            <a:r>
              <a:rPr lang="en-US" dirty="0"/>
              <a:t> Adoption Strategy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78F90-0146-F3C2-7035-94505F2D2A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Dhrumil Prajapati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1B8B52-5AB5-1BA6-8AA9-5F59C5E658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3407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0CE4-8BDB-A618-4655-CA53FABE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647F0-5CFF-DC74-4562-0F66D058C3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Phase 1:</a:t>
            </a:r>
          </a:p>
          <a:p>
            <a:pPr lvl="1"/>
            <a:r>
              <a:rPr lang="en-US" dirty="0" err="1"/>
              <a:t>NaC</a:t>
            </a:r>
            <a:r>
              <a:rPr lang="en-US" dirty="0"/>
              <a:t> Parity collection pilot for SDWAN and Cat-C – Target </a:t>
            </a:r>
            <a:r>
              <a:rPr lang="en-US" dirty="0" err="1"/>
              <a:t>EoM</a:t>
            </a:r>
            <a:r>
              <a:rPr lang="en-US" dirty="0"/>
              <a:t> March 2026</a:t>
            </a:r>
          </a:p>
          <a:p>
            <a:r>
              <a:rPr lang="en-US" dirty="0"/>
              <a:t>Phase 2:</a:t>
            </a:r>
          </a:p>
          <a:p>
            <a:pPr lvl="1"/>
            <a:r>
              <a:rPr lang="en-US" dirty="0"/>
              <a:t>Engage with customers who are scoring more than 80%** parity (Final data TBD)</a:t>
            </a:r>
          </a:p>
          <a:p>
            <a:r>
              <a:rPr lang="en-US" dirty="0"/>
              <a:t>Phase 3:</a:t>
            </a:r>
          </a:p>
          <a:p>
            <a:pPr lvl="1"/>
            <a:r>
              <a:rPr lang="en-US" dirty="0"/>
              <a:t>Staffing arrangement and agreement on timelines and success criteria</a:t>
            </a:r>
          </a:p>
          <a:p>
            <a:r>
              <a:rPr lang="en-US" dirty="0"/>
              <a:t>Phase 4 (If Applicable):</a:t>
            </a:r>
          </a:p>
          <a:p>
            <a:pPr lvl="1"/>
            <a:r>
              <a:rPr lang="en-US" dirty="0"/>
              <a:t>If applicable – Train LCS/BCS team and CMS team where applicable for maintain customer environment</a:t>
            </a:r>
          </a:p>
        </p:txBody>
      </p:sp>
    </p:spTree>
    <p:extLst>
      <p:ext uri="{BB962C8B-B14F-4D97-AF65-F5344CB8AC3E}">
        <p14:creationId xmlns:p14="http://schemas.microsoft.com/office/powerpoint/2010/main" val="77637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AAA7-52BD-DD3D-8D56-1C7417FE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</a:t>
            </a:r>
            <a:r>
              <a:rPr lang="en-US" dirty="0" err="1"/>
              <a:t>NaC</a:t>
            </a:r>
            <a:r>
              <a:rPr lang="en-US" dirty="0"/>
              <a:t>-Parity – SDWAN and Cat-C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CBA11-846C-8298-A14F-18C1539F36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EN team to conduct an exercise to have all engineers run </a:t>
            </a:r>
            <a:r>
              <a:rPr lang="en-US" dirty="0" err="1"/>
              <a:t>NaC</a:t>
            </a:r>
            <a:r>
              <a:rPr lang="en-US" dirty="0"/>
              <a:t>-Parity tool SDWAN and Cat-C</a:t>
            </a:r>
          </a:p>
          <a:p>
            <a:pPr lvl="1"/>
            <a:r>
              <a:rPr lang="en-US" dirty="0"/>
              <a:t>Target:</a:t>
            </a:r>
          </a:p>
          <a:p>
            <a:pPr lvl="2"/>
            <a:r>
              <a:rPr lang="en-US" dirty="0"/>
              <a:t>Any/all customers that our team actively supports on a PID as part of PDI or Day-2</a:t>
            </a:r>
          </a:p>
          <a:p>
            <a:pPr lvl="1"/>
            <a:r>
              <a:rPr lang="en-US" dirty="0"/>
              <a:t>Purpose:</a:t>
            </a:r>
          </a:p>
          <a:p>
            <a:pPr lvl="2"/>
            <a:r>
              <a:rPr lang="en-US" dirty="0"/>
              <a:t>Build a database of all GES-Arch supported customers with feature parity list for SDWAN and Cat-C.</a:t>
            </a:r>
          </a:p>
          <a:p>
            <a:pPr lvl="2"/>
            <a:r>
              <a:rPr lang="en-US" dirty="0"/>
              <a:t>Build a priority list of what customers can be targeted for conversation with help of theater CDAs, SDAs</a:t>
            </a:r>
          </a:p>
          <a:p>
            <a:pPr lvl="2"/>
            <a:r>
              <a:rPr lang="en-US" dirty="0"/>
              <a:t>Work with theater Leaders to create a pipeline of customers with target date for Go/No-Go decision</a:t>
            </a:r>
          </a:p>
          <a:p>
            <a:pPr lvl="2"/>
            <a:r>
              <a:rPr lang="en-US" dirty="0"/>
              <a:t>Establish success criteria for the outcome for customers in “Go” list</a:t>
            </a:r>
          </a:p>
          <a:p>
            <a:r>
              <a:rPr lang="en-US" dirty="0"/>
              <a:t>This will help us lean on low-hanging customer opportunities and build learnings from the deployment</a:t>
            </a:r>
          </a:p>
        </p:txBody>
      </p:sp>
    </p:spTree>
    <p:extLst>
      <p:ext uri="{BB962C8B-B14F-4D97-AF65-F5344CB8AC3E}">
        <p14:creationId xmlns:p14="http://schemas.microsoft.com/office/powerpoint/2010/main" val="1280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2B08-CC38-9A35-9460-E7CB24C84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D6B3A-B898-AF5B-FE78-78993D2C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Engage and Strategize with customers - &gt;80%**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49531-898A-5CD4-E9FA-0DE3DDD0DE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Current baseline threshold – 80%** of feature parity (pending collection of data)</a:t>
            </a:r>
          </a:p>
          <a:p>
            <a:r>
              <a:rPr lang="en-US" dirty="0"/>
              <a:t>Any customers who are 80% or above in feature parity are candidate for conversation to use as-code methodology for their existing projects/PIDs</a:t>
            </a:r>
          </a:p>
          <a:p>
            <a:pPr lvl="1"/>
            <a:r>
              <a:rPr lang="en-US" dirty="0"/>
              <a:t>The conversations will begin with 50K foot view about as-code and will be more detailed as customer is familiar with it.</a:t>
            </a:r>
          </a:p>
          <a:p>
            <a:pPr lvl="1"/>
            <a:r>
              <a:rPr lang="en-US" dirty="0"/>
              <a:t>The Engineer on the account will work with SDA/Service Seller for Sales Motion</a:t>
            </a:r>
          </a:p>
          <a:p>
            <a:pPr lvl="1"/>
            <a:r>
              <a:rPr lang="en-US" dirty="0"/>
              <a:t>Any resistance or concerns of not going with that method will be documented and would require further deliberation</a:t>
            </a:r>
          </a:p>
          <a:p>
            <a:r>
              <a:rPr lang="en-US" dirty="0"/>
              <a:t>Missing features are put in the development pipeline with a timeline of getting them fully tested and built before production rollout.</a:t>
            </a:r>
          </a:p>
          <a:p>
            <a:r>
              <a:rPr lang="en-US" dirty="0"/>
              <a:t>Project plan and RACI are built per architecture</a:t>
            </a:r>
          </a:p>
          <a:p>
            <a:r>
              <a:rPr lang="en-US" dirty="0"/>
              <a:t>Journey map is prepared for the solution adoption</a:t>
            </a:r>
          </a:p>
        </p:txBody>
      </p:sp>
    </p:spTree>
    <p:extLst>
      <p:ext uri="{BB962C8B-B14F-4D97-AF65-F5344CB8AC3E}">
        <p14:creationId xmlns:p14="http://schemas.microsoft.com/office/powerpoint/2010/main" val="43509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B5E8-D1E1-0F81-7C4A-22D9DBD8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545D-8531-B1C4-8430-739C7DAA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Staffing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3C2E5-02F8-30B2-236C-85530B7835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Staffing arrangement based on the Sales Motion</a:t>
            </a:r>
          </a:p>
          <a:p>
            <a:pPr lvl="1"/>
            <a:r>
              <a:rPr lang="en-US" dirty="0"/>
              <a:t>Ideally, no change in existing staffing, however, addition of as-code engineer who is trained from our team, to the project for technology support. </a:t>
            </a:r>
          </a:p>
          <a:p>
            <a:pPr lvl="1"/>
            <a:r>
              <a:rPr lang="en-US" dirty="0"/>
              <a:t>Objective will be to train existing architects in parallel to customer transition and build up of initial environment for the deployment</a:t>
            </a:r>
          </a:p>
          <a:p>
            <a:pPr lvl="2"/>
            <a:r>
              <a:rPr lang="en-US" dirty="0"/>
              <a:t>Architects on these accounts are expected to lead with as-code delivery with demo, strategy and end-state architecture</a:t>
            </a:r>
          </a:p>
          <a:p>
            <a:pPr lvl="1"/>
            <a:r>
              <a:rPr lang="en-US" dirty="0"/>
              <a:t>Success criteria is clearly defined for timely disengagement and hand-off of the responsibilities.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12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62D83-3FA6-CB4F-8447-0D2559C7A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A1A9-05B2-960F-F4FB-79A7C91F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As Applicable – Additional Training/Handoff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FA527-54A8-9354-EF22-483C17920F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Lessons learned from THD Project:</a:t>
            </a:r>
          </a:p>
          <a:p>
            <a:pPr lvl="1"/>
            <a:r>
              <a:rPr lang="en-US" dirty="0"/>
              <a:t>Additional training might be required for CMS and/or BCS/LCS team from CXC to ensure smooth transition and faster disengagement of our as-code architects</a:t>
            </a:r>
          </a:p>
          <a:p>
            <a:pPr lvl="1"/>
            <a:r>
              <a:rPr lang="en-US" dirty="0"/>
              <a:t>Lab guides will be provided OR one dedicated training session will be held for entire team to focus on as-code deployment specific to customer network. </a:t>
            </a:r>
          </a:p>
          <a:p>
            <a:pPr lvl="2"/>
            <a:r>
              <a:rPr lang="en-US" dirty="0"/>
              <a:t>Fundamental </a:t>
            </a:r>
            <a:r>
              <a:rPr lang="en-US" dirty="0" err="1"/>
              <a:t>NaC</a:t>
            </a:r>
            <a:r>
              <a:rPr lang="en-US" dirty="0"/>
              <a:t> training is out of scope and existing training materials can be leveraged.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62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6892C2-D9A8-8F69-E8C4-CF0B37956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Delivery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0318343-EAA2-8305-5306-DF753E473290}"/>
              </a:ext>
            </a:extLst>
          </p:cNvPr>
          <p:cNvGraphicFramePr/>
          <p:nvPr/>
        </p:nvGraphicFramePr>
        <p:xfrm>
          <a:off x="226996" y="1662008"/>
          <a:ext cx="11738008" cy="142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C781F12-1B48-8A87-9AD7-D0351A87B13B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56A51EC9-3B70-A67C-5563-EEA9576F21AE}"/>
              </a:ext>
            </a:extLst>
          </p:cNvPr>
          <p:cNvSpPr/>
          <p:nvPr/>
        </p:nvSpPr>
        <p:spPr>
          <a:xfrm>
            <a:off x="226194" y="4035973"/>
            <a:ext cx="3105807" cy="641131"/>
          </a:xfrm>
          <a:prstGeom prst="snip2DiagRect">
            <a:avLst/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CE/CDA Expertise - Manual</a:t>
            </a:r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2B89016C-8B95-4E23-925F-1AE50957CF1F}"/>
              </a:ext>
            </a:extLst>
          </p:cNvPr>
          <p:cNvSpPr/>
          <p:nvPr/>
        </p:nvSpPr>
        <p:spPr>
          <a:xfrm>
            <a:off x="4494268" y="4035972"/>
            <a:ext cx="3105807" cy="641131"/>
          </a:xfrm>
          <a:prstGeom prst="snip2Diag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Digitized Documentation*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23494ABC-7474-B252-099A-1D5720E72BA6}"/>
              </a:ext>
            </a:extLst>
          </p:cNvPr>
          <p:cNvSpPr/>
          <p:nvPr/>
        </p:nvSpPr>
        <p:spPr>
          <a:xfrm>
            <a:off x="8762342" y="4035972"/>
            <a:ext cx="3105807" cy="641131"/>
          </a:xfrm>
          <a:prstGeom prst="snip2DiagRect">
            <a:avLst/>
          </a:prstGeom>
          <a:solidFill>
            <a:srgbClr val="00B05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Network as Code*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06130A-C82E-42A2-290C-FBA729816600}"/>
              </a:ext>
            </a:extLst>
          </p:cNvPr>
          <p:cNvSpPr txBox="1"/>
          <p:nvPr/>
        </p:nvSpPr>
        <p:spPr>
          <a:xfrm>
            <a:off x="226194" y="5849007"/>
            <a:ext cx="4409090" cy="3941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* Depends on solution and feature availability</a:t>
            </a:r>
          </a:p>
        </p:txBody>
      </p:sp>
    </p:spTree>
    <p:extLst>
      <p:ext uri="{BB962C8B-B14F-4D97-AF65-F5344CB8AC3E}">
        <p14:creationId xmlns:p14="http://schemas.microsoft.com/office/powerpoint/2010/main" val="1329496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DAA9-4234-FB5E-90D1-66D4FF90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9F4E94-072A-F4D7-EF0A-97A020A1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Delivery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4BF2C3A-B0A7-EC8E-DCD6-F511E3A8D1BD}"/>
              </a:ext>
            </a:extLst>
          </p:cNvPr>
          <p:cNvGraphicFramePr/>
          <p:nvPr/>
        </p:nvGraphicFramePr>
        <p:xfrm>
          <a:off x="226996" y="1662008"/>
          <a:ext cx="11738008" cy="142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D719B2-8C00-72A1-CDFF-E32EF4D9996D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5EFC5D8B-EB0E-7B3C-D900-3DA892389042}"/>
              </a:ext>
            </a:extLst>
          </p:cNvPr>
          <p:cNvSpPr/>
          <p:nvPr/>
        </p:nvSpPr>
        <p:spPr>
          <a:xfrm>
            <a:off x="226194" y="4035973"/>
            <a:ext cx="3105807" cy="641131"/>
          </a:xfrm>
          <a:prstGeom prst="snip2DiagRect">
            <a:avLst/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CE/CDA Expertise - Manual</a:t>
            </a:r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E7B5F45B-0E77-F5E6-46CF-9DEA0713F79C}"/>
              </a:ext>
            </a:extLst>
          </p:cNvPr>
          <p:cNvSpPr/>
          <p:nvPr/>
        </p:nvSpPr>
        <p:spPr>
          <a:xfrm>
            <a:off x="4494268" y="4035972"/>
            <a:ext cx="3105807" cy="641131"/>
          </a:xfrm>
          <a:prstGeom prst="snip2Diag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Digitized Documentation*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3D7714E9-E3F6-4D59-4EB3-7F1974A544DD}"/>
              </a:ext>
            </a:extLst>
          </p:cNvPr>
          <p:cNvSpPr/>
          <p:nvPr/>
        </p:nvSpPr>
        <p:spPr>
          <a:xfrm>
            <a:off x="8762342" y="4035972"/>
            <a:ext cx="3105807" cy="641131"/>
          </a:xfrm>
          <a:prstGeom prst="snip2DiagRect">
            <a:avLst/>
          </a:prstGeom>
          <a:solidFill>
            <a:srgbClr val="00B05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Network as Code*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3B86E5-FFDE-01DE-77CB-70A74E3EB037}"/>
              </a:ext>
            </a:extLst>
          </p:cNvPr>
          <p:cNvSpPr txBox="1"/>
          <p:nvPr/>
        </p:nvSpPr>
        <p:spPr>
          <a:xfrm>
            <a:off x="226194" y="5849007"/>
            <a:ext cx="4409090" cy="3941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* Depends on solution and feature availability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CC32CB-0C22-0300-399E-65A08465A922}"/>
              </a:ext>
            </a:extLst>
          </p:cNvPr>
          <p:cNvSpPr/>
          <p:nvPr/>
        </p:nvSpPr>
        <p:spPr>
          <a:xfrm>
            <a:off x="980343" y="2008738"/>
            <a:ext cx="958361" cy="729762"/>
          </a:xfrm>
          <a:prstGeom prst="rect">
            <a:avLst/>
          </a:prstGeom>
          <a:noFill/>
          <a:ln w="15875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3A9776-5070-A663-8964-D8988F0C7A2E}"/>
              </a:ext>
            </a:extLst>
          </p:cNvPr>
          <p:cNvSpPr/>
          <p:nvPr/>
        </p:nvSpPr>
        <p:spPr>
          <a:xfrm>
            <a:off x="3269274" y="2008738"/>
            <a:ext cx="958361" cy="729762"/>
          </a:xfrm>
          <a:prstGeom prst="rect">
            <a:avLst/>
          </a:prstGeom>
          <a:noFill/>
          <a:ln w="15875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AF776A-BCFC-4D97-D4FC-30EDED744A62}"/>
              </a:ext>
            </a:extLst>
          </p:cNvPr>
          <p:cNvSpPr/>
          <p:nvPr/>
        </p:nvSpPr>
        <p:spPr>
          <a:xfrm>
            <a:off x="7932128" y="2008434"/>
            <a:ext cx="958361" cy="729762"/>
          </a:xfrm>
          <a:prstGeom prst="rect">
            <a:avLst/>
          </a:prstGeom>
          <a:noFill/>
          <a:ln w="15875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85DF8-67A8-043F-B507-1F83CB3436CA}"/>
              </a:ext>
            </a:extLst>
          </p:cNvPr>
          <p:cNvSpPr txBox="1"/>
          <p:nvPr/>
        </p:nvSpPr>
        <p:spPr>
          <a:xfrm>
            <a:off x="4494267" y="1059473"/>
            <a:ext cx="3374847" cy="35169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New Additions to our Methodology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48ADF0-0D4B-E580-F3F8-28F46FDB0265}"/>
              </a:ext>
            </a:extLst>
          </p:cNvPr>
          <p:cNvCxnSpPr/>
          <p:nvPr/>
        </p:nvCxnSpPr>
        <p:spPr>
          <a:xfrm flipH="1">
            <a:off x="1771650" y="1327638"/>
            <a:ext cx="2980592" cy="61985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7E52A0-A20F-B10D-8761-43C375A40502}"/>
              </a:ext>
            </a:extLst>
          </p:cNvPr>
          <p:cNvCxnSpPr>
            <a:cxnSpLocks/>
          </p:cNvCxnSpPr>
          <p:nvPr/>
        </p:nvCxnSpPr>
        <p:spPr>
          <a:xfrm flipH="1">
            <a:off x="4004896" y="1339300"/>
            <a:ext cx="975946" cy="608196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4F6A6E-7D40-352F-DAF5-4E7197000B47}"/>
              </a:ext>
            </a:extLst>
          </p:cNvPr>
          <p:cNvCxnSpPr>
            <a:cxnSpLocks/>
          </p:cNvCxnSpPr>
          <p:nvPr/>
        </p:nvCxnSpPr>
        <p:spPr>
          <a:xfrm>
            <a:off x="6082812" y="1327638"/>
            <a:ext cx="2275673" cy="61985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91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BE7BE-E7A4-3B72-969B-BB60AC6DE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29401E-493B-A8F7-CFFC-9EA8FEC93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</a:t>
            </a:r>
            <a:r>
              <a:rPr lang="en-US" dirty="0" err="1"/>
              <a:t>NaC</a:t>
            </a:r>
            <a:r>
              <a:rPr lang="en-US" dirty="0"/>
              <a:t> Feature Development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D84141A-76D2-75B0-264D-6E45275DF7FD}"/>
              </a:ext>
            </a:extLst>
          </p:cNvPr>
          <p:cNvGraphicFramePr/>
          <p:nvPr/>
        </p:nvGraphicFramePr>
        <p:xfrm>
          <a:off x="226996" y="1662008"/>
          <a:ext cx="11738008" cy="142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FA06CF-86B0-BAA2-4C0C-2F6A107213B4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2991CB66-BB9D-7415-248E-CD7230F586B6}"/>
              </a:ext>
            </a:extLst>
          </p:cNvPr>
          <p:cNvSpPr/>
          <p:nvPr/>
        </p:nvSpPr>
        <p:spPr>
          <a:xfrm>
            <a:off x="226194" y="4035973"/>
            <a:ext cx="3105807" cy="641131"/>
          </a:xfrm>
          <a:prstGeom prst="snip2DiagRect">
            <a:avLst/>
          </a:prstGeom>
          <a:solidFill>
            <a:srgbClr val="C0000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High Time (~1-2 weeks)</a:t>
            </a:r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339A8CE6-96B6-8DF0-BF6F-1B5DBBE66E23}"/>
              </a:ext>
            </a:extLst>
          </p:cNvPr>
          <p:cNvSpPr/>
          <p:nvPr/>
        </p:nvSpPr>
        <p:spPr>
          <a:xfrm>
            <a:off x="4494268" y="4035972"/>
            <a:ext cx="3105807" cy="641131"/>
          </a:xfrm>
          <a:prstGeom prst="snip2Diag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Medium Time (~3-5 days)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EFE7DEA2-1A72-EA19-7E1C-4449AD9605D8}"/>
              </a:ext>
            </a:extLst>
          </p:cNvPr>
          <p:cNvSpPr/>
          <p:nvPr/>
        </p:nvSpPr>
        <p:spPr>
          <a:xfrm>
            <a:off x="8762342" y="4035972"/>
            <a:ext cx="3105807" cy="641131"/>
          </a:xfrm>
          <a:prstGeom prst="snip2DiagRect">
            <a:avLst/>
          </a:prstGeom>
          <a:solidFill>
            <a:schemeClr val="accent1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Low Time (~1 day)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6F8589-741C-3A0E-CC7D-2EF9CC377099}"/>
              </a:ext>
            </a:extLst>
          </p:cNvPr>
          <p:cNvSpPr txBox="1"/>
          <p:nvPr/>
        </p:nvSpPr>
        <p:spPr>
          <a:xfrm>
            <a:off x="226193" y="5849007"/>
            <a:ext cx="9177518" cy="3941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* Rough estimates based on patterns noted with IOS-XE, SDWAN as Code feature development</a:t>
            </a:r>
          </a:p>
        </p:txBody>
      </p:sp>
    </p:spTree>
    <p:extLst>
      <p:ext uri="{BB962C8B-B14F-4D97-AF65-F5344CB8AC3E}">
        <p14:creationId xmlns:p14="http://schemas.microsoft.com/office/powerpoint/2010/main" val="3777122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8840-1978-83F3-4812-40A0507D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323AB0-5305-EE33-840D-83AC87D52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Grand Schema of Things – What do we prioritize?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40AF22B-0867-BACF-2F06-76934D8F9C9F}"/>
              </a:ext>
            </a:extLst>
          </p:cNvPr>
          <p:cNvGraphicFramePr/>
          <p:nvPr/>
        </p:nvGraphicFramePr>
        <p:xfrm>
          <a:off x="323850" y="614855"/>
          <a:ext cx="11738008" cy="1251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4FB78D0-C501-32A4-7B19-FC6D43270CDE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4E44BB0-F47F-8B90-9CCF-73093B7F78D7}"/>
              </a:ext>
            </a:extLst>
          </p:cNvPr>
          <p:cNvGraphicFramePr/>
          <p:nvPr/>
        </p:nvGraphicFramePr>
        <p:xfrm>
          <a:off x="226996" y="2310347"/>
          <a:ext cx="11738008" cy="1251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BA597E8E-C537-A057-27D2-45236281CC76}"/>
              </a:ext>
            </a:extLst>
          </p:cNvPr>
          <p:cNvGrpSpPr/>
          <p:nvPr/>
        </p:nvGrpSpPr>
        <p:grpSpPr>
          <a:xfrm>
            <a:off x="226194" y="1481221"/>
            <a:ext cx="11738811" cy="1014056"/>
            <a:chOff x="226194" y="1481221"/>
            <a:chExt cx="11738811" cy="1014056"/>
          </a:xfrm>
          <a:gradFill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lin ang="5400000" scaled="0"/>
          </a:gradFill>
        </p:grpSpPr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482EF630-5486-153C-0512-3F8A25F5853F}"/>
                </a:ext>
              </a:extLst>
            </p:cNvPr>
            <p:cNvSpPr/>
            <p:nvPr/>
          </p:nvSpPr>
          <p:spPr>
            <a:xfrm>
              <a:off x="3743159" y="1481221"/>
              <a:ext cx="8221846" cy="1014056"/>
            </a:xfrm>
            <a:prstGeom prst="rtTriangle">
              <a:avLst/>
            </a:prstGeom>
            <a:grpFill/>
            <a:ln w="158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D8260BBA-51DE-1EE0-F226-7E2EF83294AD}"/>
                </a:ext>
              </a:extLst>
            </p:cNvPr>
            <p:cNvSpPr/>
            <p:nvPr/>
          </p:nvSpPr>
          <p:spPr>
            <a:xfrm flipH="1">
              <a:off x="226194" y="1481221"/>
              <a:ext cx="3516964" cy="1014056"/>
            </a:xfrm>
            <a:prstGeom prst="rtTriangle">
              <a:avLst/>
            </a:prstGeom>
            <a:grpFill/>
            <a:ln w="158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175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PT-2025-Dark">
  <a:themeElements>
    <a:clrScheme name="CSCO_2025_Colors">
      <a:dk1>
        <a:srgbClr val="FFFFFF"/>
      </a:dk1>
      <a:lt1>
        <a:srgbClr val="07182D"/>
      </a:lt1>
      <a:dk2>
        <a:srgbClr val="B4B9C0"/>
      </a:dk2>
      <a:lt2>
        <a:srgbClr val="525E6C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FFFFFF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wrap="square"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-2025-Dark" id="{AE7C598B-6687-E04E-AA05-FA6BAFDC8F0A}" vid="{536A6278-61C4-A444-9DCF-E7CD08E5D9E3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PPT-2025-Dark</Template>
  <TotalTime>2437</TotalTime>
  <Words>750</Words>
  <Application>Microsoft Macintosh PowerPoint</Application>
  <PresentationFormat>Widescreen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CiscoSansTT Medium</vt:lpstr>
      <vt:lpstr>CiscoSansTT</vt:lpstr>
      <vt:lpstr>Aptos</vt:lpstr>
      <vt:lpstr>Arial</vt:lpstr>
      <vt:lpstr>PPT-2025-Dark</vt:lpstr>
      <vt:lpstr>SaC / NaC Adoption Strategy</vt:lpstr>
      <vt:lpstr>Phases</vt:lpstr>
      <vt:lpstr>Phase 1: NaC-Parity – SDWAN and Cat-C</vt:lpstr>
      <vt:lpstr>Phase 2: Engage and Strategize with customers - &gt;80%**</vt:lpstr>
      <vt:lpstr>Phase 3: Staffing and Success Criteria</vt:lpstr>
      <vt:lpstr>Phase 4: As Applicable – Additional Training/Handoff</vt:lpstr>
      <vt:lpstr>Current Delivery Process</vt:lpstr>
      <vt:lpstr>New Delivery Process</vt:lpstr>
      <vt:lpstr>Typical NaC Feature Development Process</vt:lpstr>
      <vt:lpstr>In Grand Schema of Things – What do we prioritize?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Dhrumil Prajapati (dhprajap)</dc:creator>
  <cp:lastModifiedBy>Mike Brown (michabr4)</cp:lastModifiedBy>
  <cp:revision>2</cp:revision>
  <dcterms:created xsi:type="dcterms:W3CDTF">2026-03-05T13:29:41Z</dcterms:created>
  <dcterms:modified xsi:type="dcterms:W3CDTF">2026-04-16T04:19:16Z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PPT-2025-Dark:8</vt:lpwstr>
  </property>
  <property fmtid="{D5CDD505-2E9C-101B-9397-08002B2CF9AE}" pid="3" name="ClassificationContentMarkingFooterText">
    <vt:lpwstr>Cisco Confidential</vt:lpwstr>
  </property>
</Properties>
</file>