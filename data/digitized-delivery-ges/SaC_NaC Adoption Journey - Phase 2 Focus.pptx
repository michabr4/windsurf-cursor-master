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812" r:id="rId1"/>
  </p:sldMasterIdLst>
  <p:sldIdLst>
    <p:sldId id="256" r:id="rId2"/>
    <p:sldId id="257" r:id="rId3"/>
    <p:sldId id="258" r:id="rId4"/>
    <p:sldId id="259" r:id="rId5"/>
    <p:sldId id="268" r:id="rId6"/>
    <p:sldId id="283" r:id="rId7"/>
    <p:sldId id="284" r:id="rId8"/>
    <p:sldId id="285" r:id="rId9"/>
    <p:sldId id="286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embeddedFontLst>
    <p:embeddedFont>
      <p:font typeface="CiscoSansTT" panose="020B0503020201020303" pitchFamily="34" charset="0"/>
      <p:regular r:id="rId17"/>
      <p:bold r:id="rId18"/>
      <p:italic r:id="rId19"/>
      <p:boldItalic r:id="rId20"/>
    </p:embeddedFont>
    <p:embeddedFont>
      <p:font typeface="CiscoSansTT Medium" panose="020B0903020201090303" pitchFamily="34" charset="0"/>
      <p:regular r:id="rId21"/>
      <p:italic r:id="rId22"/>
    </p:embeddedFont>
    <p:embeddedFont>
      <p:font typeface="MS PGothic" panose="020B0600070205080204" pitchFamily="34" charset="-128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BDF6421-830F-6D41-9889-E64A4EF01E0C}">
          <p14:sldIdLst>
            <p14:sldId id="256"/>
            <p14:sldId id="257"/>
            <p14:sldId id="258"/>
            <p14:sldId id="259"/>
            <p14:sldId id="268"/>
            <p14:sldId id="283"/>
            <p14:sldId id="284"/>
            <p14:sldId id="285"/>
            <p14:sldId id="286"/>
          </p14:sldIdLst>
        </p14:section>
        <p14:section name="Future Phases" id="{CA133296-92F4-4A49-ABE4-D79F93302500}">
          <p14:sldIdLst>
            <p14:sldId id="260"/>
            <p14:sldId id="261"/>
          </p14:sldIdLst>
        </p14:section>
        <p14:section name="Appendix" id="{1DCBAECA-DC8C-0440-9CEB-F499C5B2B720}">
          <p14:sldIdLst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>
        <p15:guide id="2" pos="3840">
          <p15:clr>
            <a:srgbClr val="F26B43"/>
          </p15:clr>
        </p15:guide>
        <p15:guide id="3" orient="horz" pos="2160">
          <p15:clr>
            <a:srgbClr val="F26B43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034"/>
    <p:restoredTop sz="98291"/>
  </p:normalViewPr>
  <p:slideViewPr>
    <p:cSldViewPr snapToGrid="0">
      <p:cViewPr varScale="1">
        <p:scale>
          <a:sx n="112" d="100"/>
          <a:sy n="112" d="100"/>
        </p:scale>
        <p:origin x="1408" y="48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83B49E7-060F-644C-BC5D-5430754D0192}" type="doc">
      <dgm:prSet loTypeId="urn:microsoft.com/office/officeart/2005/8/layout/chevron1" loCatId="" qsTypeId="urn:microsoft.com/office/officeart/2005/8/quickstyle/simple1" qsCatId="simple" csTypeId="urn:microsoft.com/office/officeart/2005/8/colors/accent1_2" csCatId="accent1" phldr="1"/>
      <dgm:spPr/>
    </dgm:pt>
    <dgm:pt modelId="{55A9B451-4544-CD40-86CF-64B74C06A8CF}">
      <dgm:prSet phldrT="[Text]"/>
      <dgm:spPr>
        <a:solidFill>
          <a:schemeClr val="accent4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Requirements Gathering</a:t>
          </a:r>
        </a:p>
      </dgm:t>
    </dgm:pt>
    <dgm:pt modelId="{E3A237FF-AD55-3347-A71E-4611FEBF3624}" type="parTrans" cxnId="{5685B630-8320-2E4E-807E-2992BC1F389A}">
      <dgm:prSet/>
      <dgm:spPr/>
      <dgm:t>
        <a:bodyPr/>
        <a:lstStyle/>
        <a:p>
          <a:endParaRPr lang="en-US"/>
        </a:p>
      </dgm:t>
    </dgm:pt>
    <dgm:pt modelId="{1F41853B-C099-1549-855B-A62A19064C53}" type="sibTrans" cxnId="{5685B630-8320-2E4E-807E-2992BC1F389A}">
      <dgm:prSet/>
      <dgm:spPr/>
      <dgm:t>
        <a:bodyPr/>
        <a:lstStyle/>
        <a:p>
          <a:endParaRPr lang="en-US"/>
        </a:p>
      </dgm:t>
    </dgm:pt>
    <dgm:pt modelId="{97F26437-EB91-C941-8948-285AA53CBFE3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SRD</a:t>
          </a:r>
        </a:p>
      </dgm:t>
    </dgm:pt>
    <dgm:pt modelId="{C6A6C469-862E-9340-92BD-B09588B78FAF}" type="parTrans" cxnId="{B1F354AF-2517-D643-BD9F-4E6E1597FA3D}">
      <dgm:prSet/>
      <dgm:spPr/>
      <dgm:t>
        <a:bodyPr/>
        <a:lstStyle/>
        <a:p>
          <a:endParaRPr lang="en-US"/>
        </a:p>
      </dgm:t>
    </dgm:pt>
    <dgm:pt modelId="{EDC0CE01-EB88-C846-8B2C-731C6E538DD8}" type="sibTrans" cxnId="{B1F354AF-2517-D643-BD9F-4E6E1597FA3D}">
      <dgm:prSet/>
      <dgm:spPr/>
      <dgm:t>
        <a:bodyPr/>
        <a:lstStyle/>
        <a:p>
          <a:endParaRPr lang="en-US"/>
        </a:p>
      </dgm:t>
    </dgm:pt>
    <dgm:pt modelId="{F71DB235-0DCC-A84B-A7AB-F30119A59150}">
      <dgm:prSet phldrT="[Text]"/>
      <dgm:spPr>
        <a:solidFill>
          <a:schemeClr val="accent4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Network Design</a:t>
          </a:r>
        </a:p>
      </dgm:t>
    </dgm:pt>
    <dgm:pt modelId="{E5FF5F4F-25C7-FF4F-82F8-2A69E4A3EE82}" type="parTrans" cxnId="{BE1FCD7B-3F7D-FE4D-AB6E-D95D78A8E35D}">
      <dgm:prSet/>
      <dgm:spPr/>
      <dgm:t>
        <a:bodyPr/>
        <a:lstStyle/>
        <a:p>
          <a:endParaRPr lang="en-US"/>
        </a:p>
      </dgm:t>
    </dgm:pt>
    <dgm:pt modelId="{64C1D361-86D1-A14E-8222-5B37B4C098A5}" type="sibTrans" cxnId="{BE1FCD7B-3F7D-FE4D-AB6E-D95D78A8E35D}">
      <dgm:prSet/>
      <dgm:spPr/>
      <dgm:t>
        <a:bodyPr/>
        <a:lstStyle/>
        <a:p>
          <a:endParaRPr lang="en-US"/>
        </a:p>
      </dgm:t>
    </dgm:pt>
    <dgm:pt modelId="{07B89EDA-FEDC-EF4A-A2BF-3825B4B182BE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SDD</a:t>
          </a:r>
        </a:p>
      </dgm:t>
    </dgm:pt>
    <dgm:pt modelId="{AB099CFD-F311-5E45-8DA9-AFC1E2B6233C}" type="parTrans" cxnId="{F7C02DCF-ABCB-5345-B95F-8A4A9E1057D0}">
      <dgm:prSet/>
      <dgm:spPr/>
      <dgm:t>
        <a:bodyPr/>
        <a:lstStyle/>
        <a:p>
          <a:endParaRPr lang="en-US"/>
        </a:p>
      </dgm:t>
    </dgm:pt>
    <dgm:pt modelId="{1EEB9379-30EF-3645-A14F-C204169AD306}" type="sibTrans" cxnId="{F7C02DCF-ABCB-5345-B95F-8A4A9E1057D0}">
      <dgm:prSet/>
      <dgm:spPr/>
      <dgm:t>
        <a:bodyPr/>
        <a:lstStyle/>
        <a:p>
          <a:endParaRPr lang="en-US"/>
        </a:p>
      </dgm:t>
    </dgm:pt>
    <dgm:pt modelId="{8EC417A5-5ECA-C642-BD84-33F1B8C929EB}">
      <dgm:prSet phldrT="[Text]"/>
      <dgm:spPr>
        <a:solidFill>
          <a:schemeClr val="accent4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Migration Strategy</a:t>
          </a:r>
        </a:p>
      </dgm:t>
    </dgm:pt>
    <dgm:pt modelId="{E05B9C70-9B70-0F47-BC9E-882FE9B85365}" type="parTrans" cxnId="{C05F3A0A-5659-2941-8F88-1AC502A0A31C}">
      <dgm:prSet/>
      <dgm:spPr/>
      <dgm:t>
        <a:bodyPr/>
        <a:lstStyle/>
        <a:p>
          <a:endParaRPr lang="en-US"/>
        </a:p>
      </dgm:t>
    </dgm:pt>
    <dgm:pt modelId="{56328617-8902-D047-9B72-350CE5B73549}" type="sibTrans" cxnId="{C05F3A0A-5659-2941-8F88-1AC502A0A31C}">
      <dgm:prSet/>
      <dgm:spPr/>
      <dgm:t>
        <a:bodyPr/>
        <a:lstStyle/>
        <a:p>
          <a:endParaRPr lang="en-US"/>
        </a:p>
      </dgm:t>
    </dgm:pt>
    <dgm:pt modelId="{91F82710-BE32-3D4B-9C71-C5331B19FF80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Implementation Plans</a:t>
          </a:r>
        </a:p>
      </dgm:t>
    </dgm:pt>
    <dgm:pt modelId="{EDC106BE-FE96-3645-9217-B1C2EDB97D69}" type="parTrans" cxnId="{CCC89A3E-7FD6-2140-B478-4717506A0D67}">
      <dgm:prSet/>
      <dgm:spPr/>
      <dgm:t>
        <a:bodyPr/>
        <a:lstStyle/>
        <a:p>
          <a:endParaRPr lang="en-US"/>
        </a:p>
      </dgm:t>
    </dgm:pt>
    <dgm:pt modelId="{9223479E-2F3A-754B-BE86-CD4C9CB93FFD}" type="sibTrans" cxnId="{CCC89A3E-7FD6-2140-B478-4717506A0D67}">
      <dgm:prSet/>
      <dgm:spPr/>
      <dgm:t>
        <a:bodyPr/>
        <a:lstStyle/>
        <a:p>
          <a:endParaRPr lang="en-US"/>
        </a:p>
      </dgm:t>
    </dgm:pt>
    <dgm:pt modelId="{3F3B1D5A-3987-AC40-AF8A-15B1680A69BB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Test Plans</a:t>
          </a:r>
        </a:p>
      </dgm:t>
    </dgm:pt>
    <dgm:pt modelId="{1D7E3CB1-1FFD-3D4C-8102-1ADD7CAAEE15}" type="parTrans" cxnId="{DC4D3DBB-ECEC-884B-B9FD-18128F9ABA3B}">
      <dgm:prSet/>
      <dgm:spPr/>
      <dgm:t>
        <a:bodyPr/>
        <a:lstStyle/>
        <a:p>
          <a:endParaRPr lang="en-US"/>
        </a:p>
      </dgm:t>
    </dgm:pt>
    <dgm:pt modelId="{A7E3D629-F759-0B4A-A5D1-FD032E0FFDA9}" type="sibTrans" cxnId="{DC4D3DBB-ECEC-884B-B9FD-18128F9ABA3B}">
      <dgm:prSet/>
      <dgm:spPr/>
      <dgm:t>
        <a:bodyPr/>
        <a:lstStyle/>
        <a:p>
          <a:endParaRPr lang="en-US"/>
        </a:p>
      </dgm:t>
    </dgm:pt>
    <dgm:pt modelId="{CB61C2F8-4717-1F4E-8B8F-B05820899B2D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Test Cases</a:t>
          </a:r>
        </a:p>
      </dgm:t>
    </dgm:pt>
    <dgm:pt modelId="{AB4E4420-9260-1A4F-90E2-A909E285073E}" type="parTrans" cxnId="{AD1AB2CA-2F36-394E-B155-771AD472518B}">
      <dgm:prSet/>
      <dgm:spPr/>
      <dgm:t>
        <a:bodyPr/>
        <a:lstStyle/>
        <a:p>
          <a:endParaRPr lang="en-US"/>
        </a:p>
      </dgm:t>
    </dgm:pt>
    <dgm:pt modelId="{30BCCF76-6BCD-2F47-BEE3-5370BE1B9D58}" type="sibTrans" cxnId="{AD1AB2CA-2F36-394E-B155-771AD472518B}">
      <dgm:prSet/>
      <dgm:spPr/>
      <dgm:t>
        <a:bodyPr/>
        <a:lstStyle/>
        <a:p>
          <a:endParaRPr lang="en-US"/>
        </a:p>
      </dgm:t>
    </dgm:pt>
    <dgm:pt modelId="{8C88137A-FB47-6849-AB96-E042C04E93AC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Implementation</a:t>
          </a:r>
        </a:p>
      </dgm:t>
    </dgm:pt>
    <dgm:pt modelId="{DFCD612F-8B90-F04A-9B84-E640D114B9D4}" type="parTrans" cxnId="{61AF466A-E759-324B-BE3A-F22F2DFB7106}">
      <dgm:prSet/>
      <dgm:spPr/>
      <dgm:t>
        <a:bodyPr/>
        <a:lstStyle/>
        <a:p>
          <a:endParaRPr lang="en-US"/>
        </a:p>
      </dgm:t>
    </dgm:pt>
    <dgm:pt modelId="{836F8D54-0F54-7548-8BB7-F3718F4CCCDB}" type="sibTrans" cxnId="{61AF466A-E759-324B-BE3A-F22F2DFB7106}">
      <dgm:prSet/>
      <dgm:spPr/>
      <dgm:t>
        <a:bodyPr/>
        <a:lstStyle/>
        <a:p>
          <a:endParaRPr lang="en-US"/>
        </a:p>
      </dgm:t>
    </dgm:pt>
    <dgm:pt modelId="{7AB8539C-E848-114A-ACEB-A5D718CA1FBE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Testing</a:t>
          </a:r>
        </a:p>
      </dgm:t>
    </dgm:pt>
    <dgm:pt modelId="{08D983F0-B3B5-9D48-A488-7E516045327D}" type="parTrans" cxnId="{02C6DC66-8C7A-A040-954D-0709300A1421}">
      <dgm:prSet/>
      <dgm:spPr/>
      <dgm:t>
        <a:bodyPr/>
        <a:lstStyle/>
        <a:p>
          <a:endParaRPr lang="en-US"/>
        </a:p>
      </dgm:t>
    </dgm:pt>
    <dgm:pt modelId="{DD4859AC-0598-9045-B67F-8C7A8FA02D00}" type="sibTrans" cxnId="{02C6DC66-8C7A-A040-954D-0709300A1421}">
      <dgm:prSet/>
      <dgm:spPr/>
      <dgm:t>
        <a:bodyPr/>
        <a:lstStyle/>
        <a:p>
          <a:endParaRPr lang="en-US"/>
        </a:p>
      </dgm:t>
    </dgm:pt>
    <dgm:pt modelId="{E78953A3-7F01-D843-A46D-AF50935AE038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Reports</a:t>
          </a:r>
        </a:p>
      </dgm:t>
    </dgm:pt>
    <dgm:pt modelId="{21D38BDB-4B32-2240-B1B7-67F252AF925C}" type="parTrans" cxnId="{A61DCE28-25FE-8E45-97D8-C44E43357D99}">
      <dgm:prSet/>
      <dgm:spPr/>
      <dgm:t>
        <a:bodyPr/>
        <a:lstStyle/>
        <a:p>
          <a:endParaRPr lang="en-US"/>
        </a:p>
      </dgm:t>
    </dgm:pt>
    <dgm:pt modelId="{734A9093-79A1-ED4E-8498-F4A22161B161}" type="sibTrans" cxnId="{A61DCE28-25FE-8E45-97D8-C44E43357D99}">
      <dgm:prSet/>
      <dgm:spPr/>
      <dgm:t>
        <a:bodyPr/>
        <a:lstStyle/>
        <a:p>
          <a:endParaRPr lang="en-US"/>
        </a:p>
      </dgm:t>
    </dgm:pt>
    <dgm:pt modelId="{8179F2A2-3BFE-194B-88C5-BAD6E5A073A1}">
      <dgm:prSet/>
      <dgm:spPr>
        <a:solidFill>
          <a:schemeClr val="accent4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Assessment</a:t>
          </a:r>
        </a:p>
      </dgm:t>
    </dgm:pt>
    <dgm:pt modelId="{1EAB1701-E495-8748-8CE0-99FB822E36CD}" type="sibTrans" cxnId="{982B4330-5C56-584D-8AE8-298D70F2B9BD}">
      <dgm:prSet/>
      <dgm:spPr/>
      <dgm:t>
        <a:bodyPr/>
        <a:lstStyle/>
        <a:p>
          <a:endParaRPr lang="en-US"/>
        </a:p>
      </dgm:t>
    </dgm:pt>
    <dgm:pt modelId="{A9494E38-3C5A-F345-A083-78B3A804FA28}" type="parTrans" cxnId="{982B4330-5C56-584D-8AE8-298D70F2B9BD}">
      <dgm:prSet/>
      <dgm:spPr/>
      <dgm:t>
        <a:bodyPr/>
        <a:lstStyle/>
        <a:p>
          <a:endParaRPr lang="en-US"/>
        </a:p>
      </dgm:t>
    </dgm:pt>
    <dgm:pt modelId="{1DB3B44C-7467-AE4D-9230-CD12A1D6E611}" type="pres">
      <dgm:prSet presAssocID="{383B49E7-060F-644C-BC5D-5430754D0192}" presName="Name0" presStyleCnt="0">
        <dgm:presLayoutVars>
          <dgm:dir/>
          <dgm:animLvl val="lvl"/>
          <dgm:resizeHandles val="exact"/>
        </dgm:presLayoutVars>
      </dgm:prSet>
      <dgm:spPr/>
    </dgm:pt>
    <dgm:pt modelId="{98AD1763-7433-B141-B056-738A5FA7D5DD}" type="pres">
      <dgm:prSet presAssocID="{55A9B451-4544-CD40-86CF-64B74C06A8CF}" presName="parTxOnly" presStyleLbl="node1" presStyleIdx="0" presStyleCnt="12">
        <dgm:presLayoutVars>
          <dgm:chMax val="0"/>
          <dgm:chPref val="0"/>
          <dgm:bulletEnabled val="1"/>
        </dgm:presLayoutVars>
      </dgm:prSet>
      <dgm:spPr/>
    </dgm:pt>
    <dgm:pt modelId="{AEDD22D8-1B9A-5F49-A8EF-BF7F016DADEE}" type="pres">
      <dgm:prSet presAssocID="{1F41853B-C099-1549-855B-A62A19064C53}" presName="parTxOnlySpace" presStyleCnt="0"/>
      <dgm:spPr/>
    </dgm:pt>
    <dgm:pt modelId="{B1BA47BC-0F0D-FA45-9AD4-0D38494B05F4}" type="pres">
      <dgm:prSet presAssocID="{8179F2A2-3BFE-194B-88C5-BAD6E5A073A1}" presName="parTxOnly" presStyleLbl="node1" presStyleIdx="1" presStyleCnt="12">
        <dgm:presLayoutVars>
          <dgm:chMax val="0"/>
          <dgm:chPref val="0"/>
          <dgm:bulletEnabled val="1"/>
        </dgm:presLayoutVars>
      </dgm:prSet>
      <dgm:spPr/>
    </dgm:pt>
    <dgm:pt modelId="{9C350751-7FA4-4F4B-A3B6-52BA491F526D}" type="pres">
      <dgm:prSet presAssocID="{1EAB1701-E495-8748-8CE0-99FB822E36CD}" presName="parTxOnlySpace" presStyleCnt="0"/>
      <dgm:spPr/>
    </dgm:pt>
    <dgm:pt modelId="{0E438F55-0AD6-A94F-9469-2CA709F3A391}" type="pres">
      <dgm:prSet presAssocID="{97F26437-EB91-C941-8948-285AA53CBFE3}" presName="parTxOnly" presStyleLbl="node1" presStyleIdx="2" presStyleCnt="12">
        <dgm:presLayoutVars>
          <dgm:chMax val="0"/>
          <dgm:chPref val="0"/>
          <dgm:bulletEnabled val="1"/>
        </dgm:presLayoutVars>
      </dgm:prSet>
      <dgm:spPr/>
    </dgm:pt>
    <dgm:pt modelId="{01906495-B3BC-C145-8FD6-6BC176A4DA4F}" type="pres">
      <dgm:prSet presAssocID="{EDC0CE01-EB88-C846-8B2C-731C6E538DD8}" presName="parTxOnlySpace" presStyleCnt="0"/>
      <dgm:spPr/>
    </dgm:pt>
    <dgm:pt modelId="{3BA502E2-CAA2-EC45-90DB-2360A508B246}" type="pres">
      <dgm:prSet presAssocID="{F71DB235-0DCC-A84B-A7AB-F30119A59150}" presName="parTxOnly" presStyleLbl="node1" presStyleIdx="3" presStyleCnt="12">
        <dgm:presLayoutVars>
          <dgm:chMax val="0"/>
          <dgm:chPref val="0"/>
          <dgm:bulletEnabled val="1"/>
        </dgm:presLayoutVars>
      </dgm:prSet>
      <dgm:spPr/>
    </dgm:pt>
    <dgm:pt modelId="{3C79F8E2-D82C-AF4E-8604-4015103EC861}" type="pres">
      <dgm:prSet presAssocID="{64C1D361-86D1-A14E-8222-5B37B4C098A5}" presName="parTxOnlySpace" presStyleCnt="0"/>
      <dgm:spPr/>
    </dgm:pt>
    <dgm:pt modelId="{7AD32CBD-7A4D-BA44-9643-D249691B5889}" type="pres">
      <dgm:prSet presAssocID="{07B89EDA-FEDC-EF4A-A2BF-3825B4B182BE}" presName="parTxOnly" presStyleLbl="node1" presStyleIdx="4" presStyleCnt="12">
        <dgm:presLayoutVars>
          <dgm:chMax val="0"/>
          <dgm:chPref val="0"/>
          <dgm:bulletEnabled val="1"/>
        </dgm:presLayoutVars>
      </dgm:prSet>
      <dgm:spPr/>
    </dgm:pt>
    <dgm:pt modelId="{50629EF6-4A22-1745-80F4-0F4E316DF574}" type="pres">
      <dgm:prSet presAssocID="{1EEB9379-30EF-3645-A14F-C204169AD306}" presName="parTxOnlySpace" presStyleCnt="0"/>
      <dgm:spPr/>
    </dgm:pt>
    <dgm:pt modelId="{FBC20F8B-CB96-5A41-A1C4-D3AEA594FF49}" type="pres">
      <dgm:prSet presAssocID="{8EC417A5-5ECA-C642-BD84-33F1B8C929EB}" presName="parTxOnly" presStyleLbl="node1" presStyleIdx="5" presStyleCnt="12">
        <dgm:presLayoutVars>
          <dgm:chMax val="0"/>
          <dgm:chPref val="0"/>
          <dgm:bulletEnabled val="1"/>
        </dgm:presLayoutVars>
      </dgm:prSet>
      <dgm:spPr/>
    </dgm:pt>
    <dgm:pt modelId="{62263960-F59B-464A-878B-C43BFFB0FFB8}" type="pres">
      <dgm:prSet presAssocID="{56328617-8902-D047-9B72-350CE5B73549}" presName="parTxOnlySpace" presStyleCnt="0"/>
      <dgm:spPr/>
    </dgm:pt>
    <dgm:pt modelId="{249B4738-EDE4-ED4B-A309-6878AAF0261C}" type="pres">
      <dgm:prSet presAssocID="{91F82710-BE32-3D4B-9C71-C5331B19FF80}" presName="parTxOnly" presStyleLbl="node1" presStyleIdx="6" presStyleCnt="12">
        <dgm:presLayoutVars>
          <dgm:chMax val="0"/>
          <dgm:chPref val="0"/>
          <dgm:bulletEnabled val="1"/>
        </dgm:presLayoutVars>
      </dgm:prSet>
      <dgm:spPr/>
    </dgm:pt>
    <dgm:pt modelId="{0BD00DC4-0E51-C14E-9053-433AC904BF6F}" type="pres">
      <dgm:prSet presAssocID="{9223479E-2F3A-754B-BE86-CD4C9CB93FFD}" presName="parTxOnlySpace" presStyleCnt="0"/>
      <dgm:spPr/>
    </dgm:pt>
    <dgm:pt modelId="{7FC1DEBC-F4F9-854F-9E20-0C57932D8052}" type="pres">
      <dgm:prSet presAssocID="{3F3B1D5A-3987-AC40-AF8A-15B1680A69BB}" presName="parTxOnly" presStyleLbl="node1" presStyleIdx="7" presStyleCnt="12">
        <dgm:presLayoutVars>
          <dgm:chMax val="0"/>
          <dgm:chPref val="0"/>
          <dgm:bulletEnabled val="1"/>
        </dgm:presLayoutVars>
      </dgm:prSet>
      <dgm:spPr/>
    </dgm:pt>
    <dgm:pt modelId="{748DC326-5658-6047-AE99-7AA7AA52A126}" type="pres">
      <dgm:prSet presAssocID="{A7E3D629-F759-0B4A-A5D1-FD032E0FFDA9}" presName="parTxOnlySpace" presStyleCnt="0"/>
      <dgm:spPr/>
    </dgm:pt>
    <dgm:pt modelId="{B58CF005-4B43-404F-A643-1100E2CF81FF}" type="pres">
      <dgm:prSet presAssocID="{CB61C2F8-4717-1F4E-8B8F-B05820899B2D}" presName="parTxOnly" presStyleLbl="node1" presStyleIdx="8" presStyleCnt="12">
        <dgm:presLayoutVars>
          <dgm:chMax val="0"/>
          <dgm:chPref val="0"/>
          <dgm:bulletEnabled val="1"/>
        </dgm:presLayoutVars>
      </dgm:prSet>
      <dgm:spPr/>
    </dgm:pt>
    <dgm:pt modelId="{5EC0042B-C20B-FC4A-B560-10BBA34B2CDA}" type="pres">
      <dgm:prSet presAssocID="{30BCCF76-6BCD-2F47-BEE3-5370BE1B9D58}" presName="parTxOnlySpace" presStyleCnt="0"/>
      <dgm:spPr/>
    </dgm:pt>
    <dgm:pt modelId="{D3155EBB-4AB3-9044-830F-968F5A0CCC14}" type="pres">
      <dgm:prSet presAssocID="{8C88137A-FB47-6849-AB96-E042C04E93AC}" presName="parTxOnly" presStyleLbl="node1" presStyleIdx="9" presStyleCnt="12">
        <dgm:presLayoutVars>
          <dgm:chMax val="0"/>
          <dgm:chPref val="0"/>
          <dgm:bulletEnabled val="1"/>
        </dgm:presLayoutVars>
      </dgm:prSet>
      <dgm:spPr/>
    </dgm:pt>
    <dgm:pt modelId="{CEF6C9BE-8CFB-D54A-93BE-C057CA6624BF}" type="pres">
      <dgm:prSet presAssocID="{836F8D54-0F54-7548-8BB7-F3718F4CCCDB}" presName="parTxOnlySpace" presStyleCnt="0"/>
      <dgm:spPr/>
    </dgm:pt>
    <dgm:pt modelId="{ED23E062-CC08-4E42-B04F-F2F15BDA8DA9}" type="pres">
      <dgm:prSet presAssocID="{7AB8539C-E848-114A-ACEB-A5D718CA1FBE}" presName="parTxOnly" presStyleLbl="node1" presStyleIdx="10" presStyleCnt="12">
        <dgm:presLayoutVars>
          <dgm:chMax val="0"/>
          <dgm:chPref val="0"/>
          <dgm:bulletEnabled val="1"/>
        </dgm:presLayoutVars>
      </dgm:prSet>
      <dgm:spPr/>
    </dgm:pt>
    <dgm:pt modelId="{334AA6BA-E7C9-1A4D-A50C-3F7B80422562}" type="pres">
      <dgm:prSet presAssocID="{DD4859AC-0598-9045-B67F-8C7A8FA02D00}" presName="parTxOnlySpace" presStyleCnt="0"/>
      <dgm:spPr/>
    </dgm:pt>
    <dgm:pt modelId="{14380ECD-5DE7-9B4E-B007-8EC6BE6A58F0}" type="pres">
      <dgm:prSet presAssocID="{E78953A3-7F01-D843-A46D-AF50935AE038}" presName="parTxOnly" presStyleLbl="node1" presStyleIdx="11" presStyleCnt="12">
        <dgm:presLayoutVars>
          <dgm:chMax val="0"/>
          <dgm:chPref val="0"/>
          <dgm:bulletEnabled val="1"/>
        </dgm:presLayoutVars>
      </dgm:prSet>
      <dgm:spPr/>
    </dgm:pt>
  </dgm:ptLst>
  <dgm:cxnLst>
    <dgm:cxn modelId="{C05F3A0A-5659-2941-8F88-1AC502A0A31C}" srcId="{383B49E7-060F-644C-BC5D-5430754D0192}" destId="{8EC417A5-5ECA-C642-BD84-33F1B8C929EB}" srcOrd="5" destOrd="0" parTransId="{E05B9C70-9B70-0F47-BC9E-882FE9B85365}" sibTransId="{56328617-8902-D047-9B72-350CE5B73549}"/>
    <dgm:cxn modelId="{644A940B-55CC-2343-B4D8-15237CF9B04E}" type="presOf" srcId="{3F3B1D5A-3987-AC40-AF8A-15B1680A69BB}" destId="{7FC1DEBC-F4F9-854F-9E20-0C57932D8052}" srcOrd="0" destOrd="0" presId="urn:microsoft.com/office/officeart/2005/8/layout/chevron1"/>
    <dgm:cxn modelId="{EF1B8C26-F5B5-A143-AD69-9595F4DDC5E4}" type="presOf" srcId="{8179F2A2-3BFE-194B-88C5-BAD6E5A073A1}" destId="{B1BA47BC-0F0D-FA45-9AD4-0D38494B05F4}" srcOrd="0" destOrd="0" presId="urn:microsoft.com/office/officeart/2005/8/layout/chevron1"/>
    <dgm:cxn modelId="{A61DCE28-25FE-8E45-97D8-C44E43357D99}" srcId="{383B49E7-060F-644C-BC5D-5430754D0192}" destId="{E78953A3-7F01-D843-A46D-AF50935AE038}" srcOrd="11" destOrd="0" parTransId="{21D38BDB-4B32-2240-B1B7-67F252AF925C}" sibTransId="{734A9093-79A1-ED4E-8498-F4A22161B161}"/>
    <dgm:cxn modelId="{982B4330-5C56-584D-8AE8-298D70F2B9BD}" srcId="{383B49E7-060F-644C-BC5D-5430754D0192}" destId="{8179F2A2-3BFE-194B-88C5-BAD6E5A073A1}" srcOrd="1" destOrd="0" parTransId="{A9494E38-3C5A-F345-A083-78B3A804FA28}" sibTransId="{1EAB1701-E495-8748-8CE0-99FB822E36CD}"/>
    <dgm:cxn modelId="{5685B630-8320-2E4E-807E-2992BC1F389A}" srcId="{383B49E7-060F-644C-BC5D-5430754D0192}" destId="{55A9B451-4544-CD40-86CF-64B74C06A8CF}" srcOrd="0" destOrd="0" parTransId="{E3A237FF-AD55-3347-A71E-4611FEBF3624}" sibTransId="{1F41853B-C099-1549-855B-A62A19064C53}"/>
    <dgm:cxn modelId="{C8028D3E-0B71-654B-B094-8FC0ED5CFC6F}" type="presOf" srcId="{F71DB235-0DCC-A84B-A7AB-F30119A59150}" destId="{3BA502E2-CAA2-EC45-90DB-2360A508B246}" srcOrd="0" destOrd="0" presId="urn:microsoft.com/office/officeart/2005/8/layout/chevron1"/>
    <dgm:cxn modelId="{CCC89A3E-7FD6-2140-B478-4717506A0D67}" srcId="{383B49E7-060F-644C-BC5D-5430754D0192}" destId="{91F82710-BE32-3D4B-9C71-C5331B19FF80}" srcOrd="6" destOrd="0" parTransId="{EDC106BE-FE96-3645-9217-B1C2EDB97D69}" sibTransId="{9223479E-2F3A-754B-BE86-CD4C9CB93FFD}"/>
    <dgm:cxn modelId="{F718814F-ED40-4643-B715-2BE034D6EC0B}" type="presOf" srcId="{CB61C2F8-4717-1F4E-8B8F-B05820899B2D}" destId="{B58CF005-4B43-404F-A643-1100E2CF81FF}" srcOrd="0" destOrd="0" presId="urn:microsoft.com/office/officeart/2005/8/layout/chevron1"/>
    <dgm:cxn modelId="{B8BB7F53-4ACC-4A4A-8AD2-E12733E47998}" type="presOf" srcId="{97F26437-EB91-C941-8948-285AA53CBFE3}" destId="{0E438F55-0AD6-A94F-9469-2CA709F3A391}" srcOrd="0" destOrd="0" presId="urn:microsoft.com/office/officeart/2005/8/layout/chevron1"/>
    <dgm:cxn modelId="{D95B115C-6645-6644-8CB4-76113BA69D43}" type="presOf" srcId="{383B49E7-060F-644C-BC5D-5430754D0192}" destId="{1DB3B44C-7467-AE4D-9230-CD12A1D6E611}" srcOrd="0" destOrd="0" presId="urn:microsoft.com/office/officeart/2005/8/layout/chevron1"/>
    <dgm:cxn modelId="{02C6DC66-8C7A-A040-954D-0709300A1421}" srcId="{383B49E7-060F-644C-BC5D-5430754D0192}" destId="{7AB8539C-E848-114A-ACEB-A5D718CA1FBE}" srcOrd="10" destOrd="0" parTransId="{08D983F0-B3B5-9D48-A488-7E516045327D}" sibTransId="{DD4859AC-0598-9045-B67F-8C7A8FA02D00}"/>
    <dgm:cxn modelId="{61AF466A-E759-324B-BE3A-F22F2DFB7106}" srcId="{383B49E7-060F-644C-BC5D-5430754D0192}" destId="{8C88137A-FB47-6849-AB96-E042C04E93AC}" srcOrd="9" destOrd="0" parTransId="{DFCD612F-8B90-F04A-9B84-E640D114B9D4}" sibTransId="{836F8D54-0F54-7548-8BB7-F3718F4CCCDB}"/>
    <dgm:cxn modelId="{C37D7773-4CF6-2E4D-894B-1D0F3D40093A}" type="presOf" srcId="{8EC417A5-5ECA-C642-BD84-33F1B8C929EB}" destId="{FBC20F8B-CB96-5A41-A1C4-D3AEA594FF49}" srcOrd="0" destOrd="0" presId="urn:microsoft.com/office/officeart/2005/8/layout/chevron1"/>
    <dgm:cxn modelId="{0B384E75-A29B-294C-9F82-B524A0804350}" type="presOf" srcId="{E78953A3-7F01-D843-A46D-AF50935AE038}" destId="{14380ECD-5DE7-9B4E-B007-8EC6BE6A58F0}" srcOrd="0" destOrd="0" presId="urn:microsoft.com/office/officeart/2005/8/layout/chevron1"/>
    <dgm:cxn modelId="{F4E68A7A-3D51-7D49-8DBB-9803B3F7CB66}" type="presOf" srcId="{7AB8539C-E848-114A-ACEB-A5D718CA1FBE}" destId="{ED23E062-CC08-4E42-B04F-F2F15BDA8DA9}" srcOrd="0" destOrd="0" presId="urn:microsoft.com/office/officeart/2005/8/layout/chevron1"/>
    <dgm:cxn modelId="{BE1FCD7B-3F7D-FE4D-AB6E-D95D78A8E35D}" srcId="{383B49E7-060F-644C-BC5D-5430754D0192}" destId="{F71DB235-0DCC-A84B-A7AB-F30119A59150}" srcOrd="3" destOrd="0" parTransId="{E5FF5F4F-25C7-FF4F-82F8-2A69E4A3EE82}" sibTransId="{64C1D361-86D1-A14E-8222-5B37B4C098A5}"/>
    <dgm:cxn modelId="{A3825682-2DC5-7943-B118-FE593E849708}" type="presOf" srcId="{07B89EDA-FEDC-EF4A-A2BF-3825B4B182BE}" destId="{7AD32CBD-7A4D-BA44-9643-D249691B5889}" srcOrd="0" destOrd="0" presId="urn:microsoft.com/office/officeart/2005/8/layout/chevron1"/>
    <dgm:cxn modelId="{06281C9B-EC5C-BD44-B5BF-D7240718C49B}" type="presOf" srcId="{55A9B451-4544-CD40-86CF-64B74C06A8CF}" destId="{98AD1763-7433-B141-B056-738A5FA7D5DD}" srcOrd="0" destOrd="0" presId="urn:microsoft.com/office/officeart/2005/8/layout/chevron1"/>
    <dgm:cxn modelId="{B1F354AF-2517-D643-BD9F-4E6E1597FA3D}" srcId="{383B49E7-060F-644C-BC5D-5430754D0192}" destId="{97F26437-EB91-C941-8948-285AA53CBFE3}" srcOrd="2" destOrd="0" parTransId="{C6A6C469-862E-9340-92BD-B09588B78FAF}" sibTransId="{EDC0CE01-EB88-C846-8B2C-731C6E538DD8}"/>
    <dgm:cxn modelId="{DC4D3DBB-ECEC-884B-B9FD-18128F9ABA3B}" srcId="{383B49E7-060F-644C-BC5D-5430754D0192}" destId="{3F3B1D5A-3987-AC40-AF8A-15B1680A69BB}" srcOrd="7" destOrd="0" parTransId="{1D7E3CB1-1FFD-3D4C-8102-1ADD7CAAEE15}" sibTransId="{A7E3D629-F759-0B4A-A5D1-FD032E0FFDA9}"/>
    <dgm:cxn modelId="{AD1AB2CA-2F36-394E-B155-771AD472518B}" srcId="{383B49E7-060F-644C-BC5D-5430754D0192}" destId="{CB61C2F8-4717-1F4E-8B8F-B05820899B2D}" srcOrd="8" destOrd="0" parTransId="{AB4E4420-9260-1A4F-90E2-A909E285073E}" sibTransId="{30BCCF76-6BCD-2F47-BEE3-5370BE1B9D58}"/>
    <dgm:cxn modelId="{F7C02DCF-ABCB-5345-B95F-8A4A9E1057D0}" srcId="{383B49E7-060F-644C-BC5D-5430754D0192}" destId="{07B89EDA-FEDC-EF4A-A2BF-3825B4B182BE}" srcOrd="4" destOrd="0" parTransId="{AB099CFD-F311-5E45-8DA9-AFC1E2B6233C}" sibTransId="{1EEB9379-30EF-3645-A14F-C204169AD306}"/>
    <dgm:cxn modelId="{E6B05DD5-B3A9-B541-A1E9-7988C8C6DCA4}" type="presOf" srcId="{8C88137A-FB47-6849-AB96-E042C04E93AC}" destId="{D3155EBB-4AB3-9044-830F-968F5A0CCC14}" srcOrd="0" destOrd="0" presId="urn:microsoft.com/office/officeart/2005/8/layout/chevron1"/>
    <dgm:cxn modelId="{F21352F1-4913-8247-A409-71B781866AA3}" type="presOf" srcId="{91F82710-BE32-3D4B-9C71-C5331B19FF80}" destId="{249B4738-EDE4-ED4B-A309-6878AAF0261C}" srcOrd="0" destOrd="0" presId="urn:microsoft.com/office/officeart/2005/8/layout/chevron1"/>
    <dgm:cxn modelId="{7D3170D2-D39B-B641-8FA6-017A8A5FED80}" type="presParOf" srcId="{1DB3B44C-7467-AE4D-9230-CD12A1D6E611}" destId="{98AD1763-7433-B141-B056-738A5FA7D5DD}" srcOrd="0" destOrd="0" presId="urn:microsoft.com/office/officeart/2005/8/layout/chevron1"/>
    <dgm:cxn modelId="{3FEBF428-7FD6-A345-AE2F-239F880FAF65}" type="presParOf" srcId="{1DB3B44C-7467-AE4D-9230-CD12A1D6E611}" destId="{AEDD22D8-1B9A-5F49-A8EF-BF7F016DADEE}" srcOrd="1" destOrd="0" presId="urn:microsoft.com/office/officeart/2005/8/layout/chevron1"/>
    <dgm:cxn modelId="{70E42528-83E8-BF4E-8BAB-0D56E0BC41C3}" type="presParOf" srcId="{1DB3B44C-7467-AE4D-9230-CD12A1D6E611}" destId="{B1BA47BC-0F0D-FA45-9AD4-0D38494B05F4}" srcOrd="2" destOrd="0" presId="urn:microsoft.com/office/officeart/2005/8/layout/chevron1"/>
    <dgm:cxn modelId="{89B9338E-79E9-EC4C-8991-946985913C7B}" type="presParOf" srcId="{1DB3B44C-7467-AE4D-9230-CD12A1D6E611}" destId="{9C350751-7FA4-4F4B-A3B6-52BA491F526D}" srcOrd="3" destOrd="0" presId="urn:microsoft.com/office/officeart/2005/8/layout/chevron1"/>
    <dgm:cxn modelId="{4214EB5F-5BA2-9B47-BB27-67033161F92D}" type="presParOf" srcId="{1DB3B44C-7467-AE4D-9230-CD12A1D6E611}" destId="{0E438F55-0AD6-A94F-9469-2CA709F3A391}" srcOrd="4" destOrd="0" presId="urn:microsoft.com/office/officeart/2005/8/layout/chevron1"/>
    <dgm:cxn modelId="{EADE1F64-480E-A84A-9888-A69A12C6E82B}" type="presParOf" srcId="{1DB3B44C-7467-AE4D-9230-CD12A1D6E611}" destId="{01906495-B3BC-C145-8FD6-6BC176A4DA4F}" srcOrd="5" destOrd="0" presId="urn:microsoft.com/office/officeart/2005/8/layout/chevron1"/>
    <dgm:cxn modelId="{E0302FCF-D088-334C-905A-0EF1614C61F0}" type="presParOf" srcId="{1DB3B44C-7467-AE4D-9230-CD12A1D6E611}" destId="{3BA502E2-CAA2-EC45-90DB-2360A508B246}" srcOrd="6" destOrd="0" presId="urn:microsoft.com/office/officeart/2005/8/layout/chevron1"/>
    <dgm:cxn modelId="{D99B4A3B-BBF0-BE4C-87B4-5A5F24B21F69}" type="presParOf" srcId="{1DB3B44C-7467-AE4D-9230-CD12A1D6E611}" destId="{3C79F8E2-D82C-AF4E-8604-4015103EC861}" srcOrd="7" destOrd="0" presId="urn:microsoft.com/office/officeart/2005/8/layout/chevron1"/>
    <dgm:cxn modelId="{3FD2C79C-5FCE-AB45-8A82-D285B45CE63E}" type="presParOf" srcId="{1DB3B44C-7467-AE4D-9230-CD12A1D6E611}" destId="{7AD32CBD-7A4D-BA44-9643-D249691B5889}" srcOrd="8" destOrd="0" presId="urn:microsoft.com/office/officeart/2005/8/layout/chevron1"/>
    <dgm:cxn modelId="{01E69B91-CB3F-EB43-9B93-8A5BC47601B2}" type="presParOf" srcId="{1DB3B44C-7467-AE4D-9230-CD12A1D6E611}" destId="{50629EF6-4A22-1745-80F4-0F4E316DF574}" srcOrd="9" destOrd="0" presId="urn:microsoft.com/office/officeart/2005/8/layout/chevron1"/>
    <dgm:cxn modelId="{75971728-EEF0-9344-AE0B-0DAADB63C9C3}" type="presParOf" srcId="{1DB3B44C-7467-AE4D-9230-CD12A1D6E611}" destId="{FBC20F8B-CB96-5A41-A1C4-D3AEA594FF49}" srcOrd="10" destOrd="0" presId="urn:microsoft.com/office/officeart/2005/8/layout/chevron1"/>
    <dgm:cxn modelId="{938CCA80-94F6-E94F-94E3-F0DDDA0F8C2F}" type="presParOf" srcId="{1DB3B44C-7467-AE4D-9230-CD12A1D6E611}" destId="{62263960-F59B-464A-878B-C43BFFB0FFB8}" srcOrd="11" destOrd="0" presId="urn:microsoft.com/office/officeart/2005/8/layout/chevron1"/>
    <dgm:cxn modelId="{2F8E4F74-913C-A148-B95F-BCEA864BE2DD}" type="presParOf" srcId="{1DB3B44C-7467-AE4D-9230-CD12A1D6E611}" destId="{249B4738-EDE4-ED4B-A309-6878AAF0261C}" srcOrd="12" destOrd="0" presId="urn:microsoft.com/office/officeart/2005/8/layout/chevron1"/>
    <dgm:cxn modelId="{0718D082-F22D-A246-98EE-44D7BDC38497}" type="presParOf" srcId="{1DB3B44C-7467-AE4D-9230-CD12A1D6E611}" destId="{0BD00DC4-0E51-C14E-9053-433AC904BF6F}" srcOrd="13" destOrd="0" presId="urn:microsoft.com/office/officeart/2005/8/layout/chevron1"/>
    <dgm:cxn modelId="{B6396910-21AA-8C47-B943-B3A530E66011}" type="presParOf" srcId="{1DB3B44C-7467-AE4D-9230-CD12A1D6E611}" destId="{7FC1DEBC-F4F9-854F-9E20-0C57932D8052}" srcOrd="14" destOrd="0" presId="urn:microsoft.com/office/officeart/2005/8/layout/chevron1"/>
    <dgm:cxn modelId="{1613DC01-57C3-0F46-8C52-69BF5493D5B3}" type="presParOf" srcId="{1DB3B44C-7467-AE4D-9230-CD12A1D6E611}" destId="{748DC326-5658-6047-AE99-7AA7AA52A126}" srcOrd="15" destOrd="0" presId="urn:microsoft.com/office/officeart/2005/8/layout/chevron1"/>
    <dgm:cxn modelId="{5B4D19D2-D795-F14C-8203-6F79CF2E7442}" type="presParOf" srcId="{1DB3B44C-7467-AE4D-9230-CD12A1D6E611}" destId="{B58CF005-4B43-404F-A643-1100E2CF81FF}" srcOrd="16" destOrd="0" presId="urn:microsoft.com/office/officeart/2005/8/layout/chevron1"/>
    <dgm:cxn modelId="{5BB02F4A-51F1-FB48-B087-A98BAA6A4DDF}" type="presParOf" srcId="{1DB3B44C-7467-AE4D-9230-CD12A1D6E611}" destId="{5EC0042B-C20B-FC4A-B560-10BBA34B2CDA}" srcOrd="17" destOrd="0" presId="urn:microsoft.com/office/officeart/2005/8/layout/chevron1"/>
    <dgm:cxn modelId="{79919DF4-A4FF-B44F-8711-060CAF543C65}" type="presParOf" srcId="{1DB3B44C-7467-AE4D-9230-CD12A1D6E611}" destId="{D3155EBB-4AB3-9044-830F-968F5A0CCC14}" srcOrd="18" destOrd="0" presId="urn:microsoft.com/office/officeart/2005/8/layout/chevron1"/>
    <dgm:cxn modelId="{16983F47-3041-B948-AC2F-3869B7A5B58D}" type="presParOf" srcId="{1DB3B44C-7467-AE4D-9230-CD12A1D6E611}" destId="{CEF6C9BE-8CFB-D54A-93BE-C057CA6624BF}" srcOrd="19" destOrd="0" presId="urn:microsoft.com/office/officeart/2005/8/layout/chevron1"/>
    <dgm:cxn modelId="{B3223BA9-6082-5346-9DA7-600EA8C9932C}" type="presParOf" srcId="{1DB3B44C-7467-AE4D-9230-CD12A1D6E611}" destId="{ED23E062-CC08-4E42-B04F-F2F15BDA8DA9}" srcOrd="20" destOrd="0" presId="urn:microsoft.com/office/officeart/2005/8/layout/chevron1"/>
    <dgm:cxn modelId="{FC0C3235-02B1-2D41-A6B2-5928096E2B9B}" type="presParOf" srcId="{1DB3B44C-7467-AE4D-9230-CD12A1D6E611}" destId="{334AA6BA-E7C9-1A4D-A50C-3F7B80422562}" srcOrd="21" destOrd="0" presId="urn:microsoft.com/office/officeart/2005/8/layout/chevron1"/>
    <dgm:cxn modelId="{5B877B3C-22D5-5D44-A547-37B17CBDFEAE}" type="presParOf" srcId="{1DB3B44C-7467-AE4D-9230-CD12A1D6E611}" destId="{14380ECD-5DE7-9B4E-B007-8EC6BE6A58F0}" srcOrd="2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83B49E7-060F-644C-BC5D-5430754D0192}" type="doc">
      <dgm:prSet loTypeId="urn:microsoft.com/office/officeart/2005/8/layout/chevron1" loCatId="" qsTypeId="urn:microsoft.com/office/officeart/2005/8/quickstyle/simple1" qsCatId="simple" csTypeId="urn:microsoft.com/office/officeart/2005/8/colors/accent1_2" csCatId="accent1" phldr="1"/>
      <dgm:spPr/>
    </dgm:pt>
    <dgm:pt modelId="{55A9B451-4544-CD40-86CF-64B74C06A8CF}">
      <dgm:prSet phldrT="[Text]"/>
      <dgm:spPr>
        <a:solidFill>
          <a:schemeClr val="accent4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Requirements Gathering</a:t>
          </a:r>
        </a:p>
      </dgm:t>
    </dgm:pt>
    <dgm:pt modelId="{E3A237FF-AD55-3347-A71E-4611FEBF3624}" type="parTrans" cxnId="{5685B630-8320-2E4E-807E-2992BC1F389A}">
      <dgm:prSet/>
      <dgm:spPr/>
      <dgm:t>
        <a:bodyPr/>
        <a:lstStyle/>
        <a:p>
          <a:endParaRPr lang="en-US"/>
        </a:p>
      </dgm:t>
    </dgm:pt>
    <dgm:pt modelId="{1F41853B-C099-1549-855B-A62A19064C53}" type="sibTrans" cxnId="{5685B630-8320-2E4E-807E-2992BC1F389A}">
      <dgm:prSet/>
      <dgm:spPr/>
      <dgm:t>
        <a:bodyPr/>
        <a:lstStyle/>
        <a:p>
          <a:endParaRPr lang="en-US"/>
        </a:p>
      </dgm:t>
    </dgm:pt>
    <dgm:pt modelId="{97F26437-EB91-C941-8948-285AA53CBFE3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SRD</a:t>
          </a:r>
        </a:p>
      </dgm:t>
    </dgm:pt>
    <dgm:pt modelId="{C6A6C469-862E-9340-92BD-B09588B78FAF}" type="parTrans" cxnId="{B1F354AF-2517-D643-BD9F-4E6E1597FA3D}">
      <dgm:prSet/>
      <dgm:spPr/>
      <dgm:t>
        <a:bodyPr/>
        <a:lstStyle/>
        <a:p>
          <a:endParaRPr lang="en-US"/>
        </a:p>
      </dgm:t>
    </dgm:pt>
    <dgm:pt modelId="{EDC0CE01-EB88-C846-8B2C-731C6E538DD8}" type="sibTrans" cxnId="{B1F354AF-2517-D643-BD9F-4E6E1597FA3D}">
      <dgm:prSet/>
      <dgm:spPr/>
      <dgm:t>
        <a:bodyPr/>
        <a:lstStyle/>
        <a:p>
          <a:endParaRPr lang="en-US"/>
        </a:p>
      </dgm:t>
    </dgm:pt>
    <dgm:pt modelId="{F71DB235-0DCC-A84B-A7AB-F30119A59150}">
      <dgm:prSet phldrT="[Text]"/>
      <dgm:spPr>
        <a:solidFill>
          <a:schemeClr val="accent4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Network Design</a:t>
          </a:r>
        </a:p>
      </dgm:t>
    </dgm:pt>
    <dgm:pt modelId="{E5FF5F4F-25C7-FF4F-82F8-2A69E4A3EE82}" type="parTrans" cxnId="{BE1FCD7B-3F7D-FE4D-AB6E-D95D78A8E35D}">
      <dgm:prSet/>
      <dgm:spPr/>
      <dgm:t>
        <a:bodyPr/>
        <a:lstStyle/>
        <a:p>
          <a:endParaRPr lang="en-US"/>
        </a:p>
      </dgm:t>
    </dgm:pt>
    <dgm:pt modelId="{64C1D361-86D1-A14E-8222-5B37B4C098A5}" type="sibTrans" cxnId="{BE1FCD7B-3F7D-FE4D-AB6E-D95D78A8E35D}">
      <dgm:prSet/>
      <dgm:spPr/>
      <dgm:t>
        <a:bodyPr/>
        <a:lstStyle/>
        <a:p>
          <a:endParaRPr lang="en-US"/>
        </a:p>
      </dgm:t>
    </dgm:pt>
    <dgm:pt modelId="{07B89EDA-FEDC-EF4A-A2BF-3825B4B182BE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SDD</a:t>
          </a:r>
        </a:p>
      </dgm:t>
    </dgm:pt>
    <dgm:pt modelId="{AB099CFD-F311-5E45-8DA9-AFC1E2B6233C}" type="parTrans" cxnId="{F7C02DCF-ABCB-5345-B95F-8A4A9E1057D0}">
      <dgm:prSet/>
      <dgm:spPr/>
      <dgm:t>
        <a:bodyPr/>
        <a:lstStyle/>
        <a:p>
          <a:endParaRPr lang="en-US"/>
        </a:p>
      </dgm:t>
    </dgm:pt>
    <dgm:pt modelId="{1EEB9379-30EF-3645-A14F-C204169AD306}" type="sibTrans" cxnId="{F7C02DCF-ABCB-5345-B95F-8A4A9E1057D0}">
      <dgm:prSet/>
      <dgm:spPr/>
      <dgm:t>
        <a:bodyPr/>
        <a:lstStyle/>
        <a:p>
          <a:endParaRPr lang="en-US"/>
        </a:p>
      </dgm:t>
    </dgm:pt>
    <dgm:pt modelId="{8EC417A5-5ECA-C642-BD84-33F1B8C929EB}">
      <dgm:prSet phldrT="[Text]"/>
      <dgm:spPr>
        <a:solidFill>
          <a:schemeClr val="accent4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Migration Strategy</a:t>
          </a:r>
        </a:p>
      </dgm:t>
    </dgm:pt>
    <dgm:pt modelId="{E05B9C70-9B70-0F47-BC9E-882FE9B85365}" type="parTrans" cxnId="{C05F3A0A-5659-2941-8F88-1AC502A0A31C}">
      <dgm:prSet/>
      <dgm:spPr/>
      <dgm:t>
        <a:bodyPr/>
        <a:lstStyle/>
        <a:p>
          <a:endParaRPr lang="en-US"/>
        </a:p>
      </dgm:t>
    </dgm:pt>
    <dgm:pt modelId="{56328617-8902-D047-9B72-350CE5B73549}" type="sibTrans" cxnId="{C05F3A0A-5659-2941-8F88-1AC502A0A31C}">
      <dgm:prSet/>
      <dgm:spPr/>
      <dgm:t>
        <a:bodyPr/>
        <a:lstStyle/>
        <a:p>
          <a:endParaRPr lang="en-US"/>
        </a:p>
      </dgm:t>
    </dgm:pt>
    <dgm:pt modelId="{91F82710-BE32-3D4B-9C71-C5331B19FF80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Implementation Plans</a:t>
          </a:r>
        </a:p>
      </dgm:t>
    </dgm:pt>
    <dgm:pt modelId="{EDC106BE-FE96-3645-9217-B1C2EDB97D69}" type="parTrans" cxnId="{CCC89A3E-7FD6-2140-B478-4717506A0D67}">
      <dgm:prSet/>
      <dgm:spPr/>
      <dgm:t>
        <a:bodyPr/>
        <a:lstStyle/>
        <a:p>
          <a:endParaRPr lang="en-US"/>
        </a:p>
      </dgm:t>
    </dgm:pt>
    <dgm:pt modelId="{9223479E-2F3A-754B-BE86-CD4C9CB93FFD}" type="sibTrans" cxnId="{CCC89A3E-7FD6-2140-B478-4717506A0D67}">
      <dgm:prSet/>
      <dgm:spPr/>
      <dgm:t>
        <a:bodyPr/>
        <a:lstStyle/>
        <a:p>
          <a:endParaRPr lang="en-US"/>
        </a:p>
      </dgm:t>
    </dgm:pt>
    <dgm:pt modelId="{3F3B1D5A-3987-AC40-AF8A-15B1680A69BB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Test Plans</a:t>
          </a:r>
        </a:p>
      </dgm:t>
    </dgm:pt>
    <dgm:pt modelId="{1D7E3CB1-1FFD-3D4C-8102-1ADD7CAAEE15}" type="parTrans" cxnId="{DC4D3DBB-ECEC-884B-B9FD-18128F9ABA3B}">
      <dgm:prSet/>
      <dgm:spPr/>
      <dgm:t>
        <a:bodyPr/>
        <a:lstStyle/>
        <a:p>
          <a:endParaRPr lang="en-US"/>
        </a:p>
      </dgm:t>
    </dgm:pt>
    <dgm:pt modelId="{A7E3D629-F759-0B4A-A5D1-FD032E0FFDA9}" type="sibTrans" cxnId="{DC4D3DBB-ECEC-884B-B9FD-18128F9ABA3B}">
      <dgm:prSet/>
      <dgm:spPr/>
      <dgm:t>
        <a:bodyPr/>
        <a:lstStyle/>
        <a:p>
          <a:endParaRPr lang="en-US"/>
        </a:p>
      </dgm:t>
    </dgm:pt>
    <dgm:pt modelId="{CB61C2F8-4717-1F4E-8B8F-B05820899B2D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Test Cases</a:t>
          </a:r>
        </a:p>
      </dgm:t>
    </dgm:pt>
    <dgm:pt modelId="{AB4E4420-9260-1A4F-90E2-A909E285073E}" type="parTrans" cxnId="{AD1AB2CA-2F36-394E-B155-771AD472518B}">
      <dgm:prSet/>
      <dgm:spPr/>
      <dgm:t>
        <a:bodyPr/>
        <a:lstStyle/>
        <a:p>
          <a:endParaRPr lang="en-US"/>
        </a:p>
      </dgm:t>
    </dgm:pt>
    <dgm:pt modelId="{30BCCF76-6BCD-2F47-BEE3-5370BE1B9D58}" type="sibTrans" cxnId="{AD1AB2CA-2F36-394E-B155-771AD472518B}">
      <dgm:prSet/>
      <dgm:spPr/>
      <dgm:t>
        <a:bodyPr/>
        <a:lstStyle/>
        <a:p>
          <a:endParaRPr lang="en-US"/>
        </a:p>
      </dgm:t>
    </dgm:pt>
    <dgm:pt modelId="{8C88137A-FB47-6849-AB96-E042C04E93AC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Production Implementation</a:t>
          </a:r>
        </a:p>
      </dgm:t>
    </dgm:pt>
    <dgm:pt modelId="{DFCD612F-8B90-F04A-9B84-E640D114B9D4}" type="parTrans" cxnId="{61AF466A-E759-324B-BE3A-F22F2DFB7106}">
      <dgm:prSet/>
      <dgm:spPr/>
      <dgm:t>
        <a:bodyPr/>
        <a:lstStyle/>
        <a:p>
          <a:endParaRPr lang="en-US"/>
        </a:p>
      </dgm:t>
    </dgm:pt>
    <dgm:pt modelId="{836F8D54-0F54-7548-8BB7-F3718F4CCCDB}" type="sibTrans" cxnId="{61AF466A-E759-324B-BE3A-F22F2DFB7106}">
      <dgm:prSet/>
      <dgm:spPr/>
      <dgm:t>
        <a:bodyPr/>
        <a:lstStyle/>
        <a:p>
          <a:endParaRPr lang="en-US"/>
        </a:p>
      </dgm:t>
    </dgm:pt>
    <dgm:pt modelId="{7AB8539C-E848-114A-ACEB-A5D718CA1FBE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Testing</a:t>
          </a:r>
        </a:p>
      </dgm:t>
    </dgm:pt>
    <dgm:pt modelId="{08D983F0-B3B5-9D48-A488-7E516045327D}" type="parTrans" cxnId="{02C6DC66-8C7A-A040-954D-0709300A1421}">
      <dgm:prSet/>
      <dgm:spPr/>
      <dgm:t>
        <a:bodyPr/>
        <a:lstStyle/>
        <a:p>
          <a:endParaRPr lang="en-US"/>
        </a:p>
      </dgm:t>
    </dgm:pt>
    <dgm:pt modelId="{DD4859AC-0598-9045-B67F-8C7A8FA02D00}" type="sibTrans" cxnId="{02C6DC66-8C7A-A040-954D-0709300A1421}">
      <dgm:prSet/>
      <dgm:spPr/>
      <dgm:t>
        <a:bodyPr/>
        <a:lstStyle/>
        <a:p>
          <a:endParaRPr lang="en-US"/>
        </a:p>
      </dgm:t>
    </dgm:pt>
    <dgm:pt modelId="{E78953A3-7F01-D843-A46D-AF50935AE038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Reports</a:t>
          </a:r>
        </a:p>
      </dgm:t>
    </dgm:pt>
    <dgm:pt modelId="{21D38BDB-4B32-2240-B1B7-67F252AF925C}" type="parTrans" cxnId="{A61DCE28-25FE-8E45-97D8-C44E43357D99}">
      <dgm:prSet/>
      <dgm:spPr/>
      <dgm:t>
        <a:bodyPr/>
        <a:lstStyle/>
        <a:p>
          <a:endParaRPr lang="en-US"/>
        </a:p>
      </dgm:t>
    </dgm:pt>
    <dgm:pt modelId="{734A9093-79A1-ED4E-8498-F4A22161B161}" type="sibTrans" cxnId="{A61DCE28-25FE-8E45-97D8-C44E43357D99}">
      <dgm:prSet/>
      <dgm:spPr/>
      <dgm:t>
        <a:bodyPr/>
        <a:lstStyle/>
        <a:p>
          <a:endParaRPr lang="en-US"/>
        </a:p>
      </dgm:t>
    </dgm:pt>
    <dgm:pt modelId="{8179F2A2-3BFE-194B-88C5-BAD6E5A073A1}">
      <dgm:prSet/>
      <dgm:spPr>
        <a:solidFill>
          <a:schemeClr val="accent4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Technology Assessment</a:t>
          </a:r>
        </a:p>
      </dgm:t>
    </dgm:pt>
    <dgm:pt modelId="{A9494E38-3C5A-F345-A083-78B3A804FA28}" type="parTrans" cxnId="{982B4330-5C56-584D-8AE8-298D70F2B9BD}">
      <dgm:prSet/>
      <dgm:spPr/>
      <dgm:t>
        <a:bodyPr/>
        <a:lstStyle/>
        <a:p>
          <a:endParaRPr lang="en-US"/>
        </a:p>
      </dgm:t>
    </dgm:pt>
    <dgm:pt modelId="{1EAB1701-E495-8748-8CE0-99FB822E36CD}" type="sibTrans" cxnId="{982B4330-5C56-584D-8AE8-298D70F2B9BD}">
      <dgm:prSet/>
      <dgm:spPr/>
      <dgm:t>
        <a:bodyPr/>
        <a:lstStyle/>
        <a:p>
          <a:endParaRPr lang="en-US"/>
        </a:p>
      </dgm:t>
    </dgm:pt>
    <dgm:pt modelId="{BA50D275-8F4F-C349-B3A0-CCDCF2BD1C78}">
      <dgm:prSet phldrT="[Text]"/>
      <dgm:spPr>
        <a:solidFill>
          <a:schemeClr val="accent4"/>
        </a:solidFill>
      </dgm:spPr>
      <dgm:t>
        <a:bodyPr/>
        <a:lstStyle/>
        <a:p>
          <a:r>
            <a:rPr lang="en-US" dirty="0" err="1">
              <a:solidFill>
                <a:schemeClr val="bg1"/>
              </a:solidFill>
            </a:rPr>
            <a:t>NaC</a:t>
          </a:r>
          <a:r>
            <a:rPr lang="en-US" dirty="0">
              <a:solidFill>
                <a:schemeClr val="bg1"/>
              </a:solidFill>
            </a:rPr>
            <a:t> Assessment</a:t>
          </a:r>
        </a:p>
      </dgm:t>
    </dgm:pt>
    <dgm:pt modelId="{D85A3E4F-5789-4741-B4B6-8B2F8B429ACF}" type="parTrans" cxnId="{2DC7FE16-53FB-2F40-ADEA-8BC71008CF93}">
      <dgm:prSet/>
      <dgm:spPr/>
      <dgm:t>
        <a:bodyPr/>
        <a:lstStyle/>
        <a:p>
          <a:endParaRPr lang="en-US"/>
        </a:p>
      </dgm:t>
    </dgm:pt>
    <dgm:pt modelId="{AC2D157D-4959-7D4A-A2B2-77A7A79E359A}" type="sibTrans" cxnId="{2DC7FE16-53FB-2F40-ADEA-8BC71008CF93}">
      <dgm:prSet/>
      <dgm:spPr/>
      <dgm:t>
        <a:bodyPr/>
        <a:lstStyle/>
        <a:p>
          <a:endParaRPr lang="en-US"/>
        </a:p>
      </dgm:t>
    </dgm:pt>
    <dgm:pt modelId="{B4342578-ED3C-3A41-92D4-B7341347451C}">
      <dgm:prSet phldrT="[Text]"/>
      <dgm:spPr>
        <a:solidFill>
          <a:schemeClr val="accent4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Lab build</a:t>
          </a:r>
        </a:p>
      </dgm:t>
    </dgm:pt>
    <dgm:pt modelId="{133BADAA-5036-874D-8356-05C2BFA251E7}" type="parTrans" cxnId="{4578A2BF-913F-4946-805B-A247D3514B60}">
      <dgm:prSet/>
      <dgm:spPr/>
      <dgm:t>
        <a:bodyPr/>
        <a:lstStyle/>
        <a:p>
          <a:endParaRPr lang="en-US"/>
        </a:p>
      </dgm:t>
    </dgm:pt>
    <dgm:pt modelId="{6B2FB71E-3131-9B4E-903B-C3BB252F037B}" type="sibTrans" cxnId="{4578A2BF-913F-4946-805B-A247D3514B60}">
      <dgm:prSet/>
      <dgm:spPr/>
      <dgm:t>
        <a:bodyPr/>
        <a:lstStyle/>
        <a:p>
          <a:endParaRPr lang="en-US"/>
        </a:p>
      </dgm:t>
    </dgm:pt>
    <dgm:pt modelId="{0D734B6A-8DDD-B44E-A020-5E19B25EE570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 err="1">
              <a:solidFill>
                <a:schemeClr val="bg1"/>
              </a:solidFill>
            </a:rPr>
            <a:t>NaC</a:t>
          </a:r>
          <a:r>
            <a:rPr lang="en-US" dirty="0">
              <a:solidFill>
                <a:schemeClr val="bg1"/>
              </a:solidFill>
            </a:rPr>
            <a:t> Lab PoC</a:t>
          </a:r>
        </a:p>
      </dgm:t>
    </dgm:pt>
    <dgm:pt modelId="{8A94BF15-5723-E24C-A9C0-E2A3A7952ED4}" type="parTrans" cxnId="{3D97B065-8A1B-9142-90B8-E42615FB5F99}">
      <dgm:prSet/>
      <dgm:spPr/>
      <dgm:t>
        <a:bodyPr/>
        <a:lstStyle/>
        <a:p>
          <a:endParaRPr lang="en-US"/>
        </a:p>
      </dgm:t>
    </dgm:pt>
    <dgm:pt modelId="{1FFCE7F5-E59D-6E44-B164-04AD3519E8CF}" type="sibTrans" cxnId="{3D97B065-8A1B-9142-90B8-E42615FB5F99}">
      <dgm:prSet/>
      <dgm:spPr/>
      <dgm:t>
        <a:bodyPr/>
        <a:lstStyle/>
        <a:p>
          <a:endParaRPr lang="en-US"/>
        </a:p>
      </dgm:t>
    </dgm:pt>
    <dgm:pt modelId="{1DB3B44C-7467-AE4D-9230-CD12A1D6E611}" type="pres">
      <dgm:prSet presAssocID="{383B49E7-060F-644C-BC5D-5430754D0192}" presName="Name0" presStyleCnt="0">
        <dgm:presLayoutVars>
          <dgm:dir/>
          <dgm:animLvl val="lvl"/>
          <dgm:resizeHandles val="exact"/>
        </dgm:presLayoutVars>
      </dgm:prSet>
      <dgm:spPr/>
    </dgm:pt>
    <dgm:pt modelId="{98AD1763-7433-B141-B056-738A5FA7D5DD}" type="pres">
      <dgm:prSet presAssocID="{55A9B451-4544-CD40-86CF-64B74C06A8CF}" presName="parTxOnly" presStyleLbl="node1" presStyleIdx="0" presStyleCnt="15">
        <dgm:presLayoutVars>
          <dgm:chMax val="0"/>
          <dgm:chPref val="0"/>
          <dgm:bulletEnabled val="1"/>
        </dgm:presLayoutVars>
      </dgm:prSet>
      <dgm:spPr/>
    </dgm:pt>
    <dgm:pt modelId="{AEDD22D8-1B9A-5F49-A8EF-BF7F016DADEE}" type="pres">
      <dgm:prSet presAssocID="{1F41853B-C099-1549-855B-A62A19064C53}" presName="parTxOnlySpace" presStyleCnt="0"/>
      <dgm:spPr/>
    </dgm:pt>
    <dgm:pt modelId="{B1BA47BC-0F0D-FA45-9AD4-0D38494B05F4}" type="pres">
      <dgm:prSet presAssocID="{8179F2A2-3BFE-194B-88C5-BAD6E5A073A1}" presName="parTxOnly" presStyleLbl="node1" presStyleIdx="1" presStyleCnt="15">
        <dgm:presLayoutVars>
          <dgm:chMax val="0"/>
          <dgm:chPref val="0"/>
          <dgm:bulletEnabled val="1"/>
        </dgm:presLayoutVars>
      </dgm:prSet>
      <dgm:spPr/>
    </dgm:pt>
    <dgm:pt modelId="{9C350751-7FA4-4F4B-A3B6-52BA491F526D}" type="pres">
      <dgm:prSet presAssocID="{1EAB1701-E495-8748-8CE0-99FB822E36CD}" presName="parTxOnlySpace" presStyleCnt="0"/>
      <dgm:spPr/>
    </dgm:pt>
    <dgm:pt modelId="{0E438F55-0AD6-A94F-9469-2CA709F3A391}" type="pres">
      <dgm:prSet presAssocID="{97F26437-EB91-C941-8948-285AA53CBFE3}" presName="parTxOnly" presStyleLbl="node1" presStyleIdx="2" presStyleCnt="15">
        <dgm:presLayoutVars>
          <dgm:chMax val="0"/>
          <dgm:chPref val="0"/>
          <dgm:bulletEnabled val="1"/>
        </dgm:presLayoutVars>
      </dgm:prSet>
      <dgm:spPr/>
    </dgm:pt>
    <dgm:pt modelId="{01906495-B3BC-C145-8FD6-6BC176A4DA4F}" type="pres">
      <dgm:prSet presAssocID="{EDC0CE01-EB88-C846-8B2C-731C6E538DD8}" presName="parTxOnlySpace" presStyleCnt="0"/>
      <dgm:spPr/>
    </dgm:pt>
    <dgm:pt modelId="{3BA502E2-CAA2-EC45-90DB-2360A508B246}" type="pres">
      <dgm:prSet presAssocID="{F71DB235-0DCC-A84B-A7AB-F30119A59150}" presName="parTxOnly" presStyleLbl="node1" presStyleIdx="3" presStyleCnt="15">
        <dgm:presLayoutVars>
          <dgm:chMax val="0"/>
          <dgm:chPref val="0"/>
          <dgm:bulletEnabled val="1"/>
        </dgm:presLayoutVars>
      </dgm:prSet>
      <dgm:spPr/>
    </dgm:pt>
    <dgm:pt modelId="{3C79F8E2-D82C-AF4E-8604-4015103EC861}" type="pres">
      <dgm:prSet presAssocID="{64C1D361-86D1-A14E-8222-5B37B4C098A5}" presName="parTxOnlySpace" presStyleCnt="0"/>
      <dgm:spPr/>
    </dgm:pt>
    <dgm:pt modelId="{822CDF41-5AC2-8044-ACDA-86F871023A4E}" type="pres">
      <dgm:prSet presAssocID="{BA50D275-8F4F-C349-B3A0-CCDCF2BD1C78}" presName="parTxOnly" presStyleLbl="node1" presStyleIdx="4" presStyleCnt="15">
        <dgm:presLayoutVars>
          <dgm:chMax val="0"/>
          <dgm:chPref val="0"/>
          <dgm:bulletEnabled val="1"/>
        </dgm:presLayoutVars>
      </dgm:prSet>
      <dgm:spPr/>
    </dgm:pt>
    <dgm:pt modelId="{CF61C3E6-B444-DF46-A8E9-64D44025A2EC}" type="pres">
      <dgm:prSet presAssocID="{AC2D157D-4959-7D4A-A2B2-77A7A79E359A}" presName="parTxOnlySpace" presStyleCnt="0"/>
      <dgm:spPr/>
    </dgm:pt>
    <dgm:pt modelId="{7AD32CBD-7A4D-BA44-9643-D249691B5889}" type="pres">
      <dgm:prSet presAssocID="{07B89EDA-FEDC-EF4A-A2BF-3825B4B182BE}" presName="parTxOnly" presStyleLbl="node1" presStyleIdx="5" presStyleCnt="15">
        <dgm:presLayoutVars>
          <dgm:chMax val="0"/>
          <dgm:chPref val="0"/>
          <dgm:bulletEnabled val="1"/>
        </dgm:presLayoutVars>
      </dgm:prSet>
      <dgm:spPr/>
    </dgm:pt>
    <dgm:pt modelId="{50629EF6-4A22-1745-80F4-0F4E316DF574}" type="pres">
      <dgm:prSet presAssocID="{1EEB9379-30EF-3645-A14F-C204169AD306}" presName="parTxOnlySpace" presStyleCnt="0"/>
      <dgm:spPr/>
    </dgm:pt>
    <dgm:pt modelId="{FBC20F8B-CB96-5A41-A1C4-D3AEA594FF49}" type="pres">
      <dgm:prSet presAssocID="{8EC417A5-5ECA-C642-BD84-33F1B8C929EB}" presName="parTxOnly" presStyleLbl="node1" presStyleIdx="6" presStyleCnt="15">
        <dgm:presLayoutVars>
          <dgm:chMax val="0"/>
          <dgm:chPref val="0"/>
          <dgm:bulletEnabled val="1"/>
        </dgm:presLayoutVars>
      </dgm:prSet>
      <dgm:spPr/>
    </dgm:pt>
    <dgm:pt modelId="{62263960-F59B-464A-878B-C43BFFB0FFB8}" type="pres">
      <dgm:prSet presAssocID="{56328617-8902-D047-9B72-350CE5B73549}" presName="parTxOnlySpace" presStyleCnt="0"/>
      <dgm:spPr/>
    </dgm:pt>
    <dgm:pt modelId="{249B4738-EDE4-ED4B-A309-6878AAF0261C}" type="pres">
      <dgm:prSet presAssocID="{91F82710-BE32-3D4B-9C71-C5331B19FF80}" presName="parTxOnly" presStyleLbl="node1" presStyleIdx="7" presStyleCnt="15">
        <dgm:presLayoutVars>
          <dgm:chMax val="0"/>
          <dgm:chPref val="0"/>
          <dgm:bulletEnabled val="1"/>
        </dgm:presLayoutVars>
      </dgm:prSet>
      <dgm:spPr/>
    </dgm:pt>
    <dgm:pt modelId="{0BD00DC4-0E51-C14E-9053-433AC904BF6F}" type="pres">
      <dgm:prSet presAssocID="{9223479E-2F3A-754B-BE86-CD4C9CB93FFD}" presName="parTxOnlySpace" presStyleCnt="0"/>
      <dgm:spPr/>
    </dgm:pt>
    <dgm:pt modelId="{7FC1DEBC-F4F9-854F-9E20-0C57932D8052}" type="pres">
      <dgm:prSet presAssocID="{3F3B1D5A-3987-AC40-AF8A-15B1680A69BB}" presName="parTxOnly" presStyleLbl="node1" presStyleIdx="8" presStyleCnt="15">
        <dgm:presLayoutVars>
          <dgm:chMax val="0"/>
          <dgm:chPref val="0"/>
          <dgm:bulletEnabled val="1"/>
        </dgm:presLayoutVars>
      </dgm:prSet>
      <dgm:spPr/>
    </dgm:pt>
    <dgm:pt modelId="{748DC326-5658-6047-AE99-7AA7AA52A126}" type="pres">
      <dgm:prSet presAssocID="{A7E3D629-F759-0B4A-A5D1-FD032E0FFDA9}" presName="parTxOnlySpace" presStyleCnt="0"/>
      <dgm:spPr/>
    </dgm:pt>
    <dgm:pt modelId="{B58CF005-4B43-404F-A643-1100E2CF81FF}" type="pres">
      <dgm:prSet presAssocID="{CB61C2F8-4717-1F4E-8B8F-B05820899B2D}" presName="parTxOnly" presStyleLbl="node1" presStyleIdx="9" presStyleCnt="15">
        <dgm:presLayoutVars>
          <dgm:chMax val="0"/>
          <dgm:chPref val="0"/>
          <dgm:bulletEnabled val="1"/>
        </dgm:presLayoutVars>
      </dgm:prSet>
      <dgm:spPr/>
    </dgm:pt>
    <dgm:pt modelId="{5EC0042B-C20B-FC4A-B560-10BBA34B2CDA}" type="pres">
      <dgm:prSet presAssocID="{30BCCF76-6BCD-2F47-BEE3-5370BE1B9D58}" presName="parTxOnlySpace" presStyleCnt="0"/>
      <dgm:spPr/>
    </dgm:pt>
    <dgm:pt modelId="{254FE932-5757-1649-9288-34D642215104}" type="pres">
      <dgm:prSet presAssocID="{B4342578-ED3C-3A41-92D4-B7341347451C}" presName="parTxOnly" presStyleLbl="node1" presStyleIdx="10" presStyleCnt="15">
        <dgm:presLayoutVars>
          <dgm:chMax val="0"/>
          <dgm:chPref val="0"/>
          <dgm:bulletEnabled val="1"/>
        </dgm:presLayoutVars>
      </dgm:prSet>
      <dgm:spPr/>
    </dgm:pt>
    <dgm:pt modelId="{1C0FCD38-740B-054B-A965-61B6553715D9}" type="pres">
      <dgm:prSet presAssocID="{6B2FB71E-3131-9B4E-903B-C3BB252F037B}" presName="parTxOnlySpace" presStyleCnt="0"/>
      <dgm:spPr/>
    </dgm:pt>
    <dgm:pt modelId="{A3542E8E-E5B7-BC42-88BB-71AC327F58BE}" type="pres">
      <dgm:prSet presAssocID="{0D734B6A-8DDD-B44E-A020-5E19B25EE570}" presName="parTxOnly" presStyleLbl="node1" presStyleIdx="11" presStyleCnt="15">
        <dgm:presLayoutVars>
          <dgm:chMax val="0"/>
          <dgm:chPref val="0"/>
          <dgm:bulletEnabled val="1"/>
        </dgm:presLayoutVars>
      </dgm:prSet>
      <dgm:spPr/>
    </dgm:pt>
    <dgm:pt modelId="{4943BA2F-24F6-F544-8574-444F72E4FF73}" type="pres">
      <dgm:prSet presAssocID="{1FFCE7F5-E59D-6E44-B164-04AD3519E8CF}" presName="parTxOnlySpace" presStyleCnt="0"/>
      <dgm:spPr/>
    </dgm:pt>
    <dgm:pt modelId="{D3155EBB-4AB3-9044-830F-968F5A0CCC14}" type="pres">
      <dgm:prSet presAssocID="{8C88137A-FB47-6849-AB96-E042C04E93AC}" presName="parTxOnly" presStyleLbl="node1" presStyleIdx="12" presStyleCnt="15">
        <dgm:presLayoutVars>
          <dgm:chMax val="0"/>
          <dgm:chPref val="0"/>
          <dgm:bulletEnabled val="1"/>
        </dgm:presLayoutVars>
      </dgm:prSet>
      <dgm:spPr/>
    </dgm:pt>
    <dgm:pt modelId="{CEF6C9BE-8CFB-D54A-93BE-C057CA6624BF}" type="pres">
      <dgm:prSet presAssocID="{836F8D54-0F54-7548-8BB7-F3718F4CCCDB}" presName="parTxOnlySpace" presStyleCnt="0"/>
      <dgm:spPr/>
    </dgm:pt>
    <dgm:pt modelId="{ED23E062-CC08-4E42-B04F-F2F15BDA8DA9}" type="pres">
      <dgm:prSet presAssocID="{7AB8539C-E848-114A-ACEB-A5D718CA1FBE}" presName="parTxOnly" presStyleLbl="node1" presStyleIdx="13" presStyleCnt="15">
        <dgm:presLayoutVars>
          <dgm:chMax val="0"/>
          <dgm:chPref val="0"/>
          <dgm:bulletEnabled val="1"/>
        </dgm:presLayoutVars>
      </dgm:prSet>
      <dgm:spPr/>
    </dgm:pt>
    <dgm:pt modelId="{334AA6BA-E7C9-1A4D-A50C-3F7B80422562}" type="pres">
      <dgm:prSet presAssocID="{DD4859AC-0598-9045-B67F-8C7A8FA02D00}" presName="parTxOnlySpace" presStyleCnt="0"/>
      <dgm:spPr/>
    </dgm:pt>
    <dgm:pt modelId="{14380ECD-5DE7-9B4E-B007-8EC6BE6A58F0}" type="pres">
      <dgm:prSet presAssocID="{E78953A3-7F01-D843-A46D-AF50935AE038}" presName="parTxOnly" presStyleLbl="node1" presStyleIdx="14" presStyleCnt="15">
        <dgm:presLayoutVars>
          <dgm:chMax val="0"/>
          <dgm:chPref val="0"/>
          <dgm:bulletEnabled val="1"/>
        </dgm:presLayoutVars>
      </dgm:prSet>
      <dgm:spPr/>
    </dgm:pt>
  </dgm:ptLst>
  <dgm:cxnLst>
    <dgm:cxn modelId="{C05F3A0A-5659-2941-8F88-1AC502A0A31C}" srcId="{383B49E7-060F-644C-BC5D-5430754D0192}" destId="{8EC417A5-5ECA-C642-BD84-33F1B8C929EB}" srcOrd="6" destOrd="0" parTransId="{E05B9C70-9B70-0F47-BC9E-882FE9B85365}" sibTransId="{56328617-8902-D047-9B72-350CE5B73549}"/>
    <dgm:cxn modelId="{644A940B-55CC-2343-B4D8-15237CF9B04E}" type="presOf" srcId="{3F3B1D5A-3987-AC40-AF8A-15B1680A69BB}" destId="{7FC1DEBC-F4F9-854F-9E20-0C57932D8052}" srcOrd="0" destOrd="0" presId="urn:microsoft.com/office/officeart/2005/8/layout/chevron1"/>
    <dgm:cxn modelId="{F3D2E313-E8DC-3C4F-BB73-CDAD489E04AA}" type="presOf" srcId="{BA50D275-8F4F-C349-B3A0-CCDCF2BD1C78}" destId="{822CDF41-5AC2-8044-ACDA-86F871023A4E}" srcOrd="0" destOrd="0" presId="urn:microsoft.com/office/officeart/2005/8/layout/chevron1"/>
    <dgm:cxn modelId="{2DC7FE16-53FB-2F40-ADEA-8BC71008CF93}" srcId="{383B49E7-060F-644C-BC5D-5430754D0192}" destId="{BA50D275-8F4F-C349-B3A0-CCDCF2BD1C78}" srcOrd="4" destOrd="0" parTransId="{D85A3E4F-5789-4741-B4B6-8B2F8B429ACF}" sibTransId="{AC2D157D-4959-7D4A-A2B2-77A7A79E359A}"/>
    <dgm:cxn modelId="{EF1B8C26-F5B5-A143-AD69-9595F4DDC5E4}" type="presOf" srcId="{8179F2A2-3BFE-194B-88C5-BAD6E5A073A1}" destId="{B1BA47BC-0F0D-FA45-9AD4-0D38494B05F4}" srcOrd="0" destOrd="0" presId="urn:microsoft.com/office/officeart/2005/8/layout/chevron1"/>
    <dgm:cxn modelId="{A61DCE28-25FE-8E45-97D8-C44E43357D99}" srcId="{383B49E7-060F-644C-BC5D-5430754D0192}" destId="{E78953A3-7F01-D843-A46D-AF50935AE038}" srcOrd="14" destOrd="0" parTransId="{21D38BDB-4B32-2240-B1B7-67F252AF925C}" sibTransId="{734A9093-79A1-ED4E-8498-F4A22161B161}"/>
    <dgm:cxn modelId="{982B4330-5C56-584D-8AE8-298D70F2B9BD}" srcId="{383B49E7-060F-644C-BC5D-5430754D0192}" destId="{8179F2A2-3BFE-194B-88C5-BAD6E5A073A1}" srcOrd="1" destOrd="0" parTransId="{A9494E38-3C5A-F345-A083-78B3A804FA28}" sibTransId="{1EAB1701-E495-8748-8CE0-99FB822E36CD}"/>
    <dgm:cxn modelId="{5685B630-8320-2E4E-807E-2992BC1F389A}" srcId="{383B49E7-060F-644C-BC5D-5430754D0192}" destId="{55A9B451-4544-CD40-86CF-64B74C06A8CF}" srcOrd="0" destOrd="0" parTransId="{E3A237FF-AD55-3347-A71E-4611FEBF3624}" sibTransId="{1F41853B-C099-1549-855B-A62A19064C53}"/>
    <dgm:cxn modelId="{C8028D3E-0B71-654B-B094-8FC0ED5CFC6F}" type="presOf" srcId="{F71DB235-0DCC-A84B-A7AB-F30119A59150}" destId="{3BA502E2-CAA2-EC45-90DB-2360A508B246}" srcOrd="0" destOrd="0" presId="urn:microsoft.com/office/officeart/2005/8/layout/chevron1"/>
    <dgm:cxn modelId="{CCC89A3E-7FD6-2140-B478-4717506A0D67}" srcId="{383B49E7-060F-644C-BC5D-5430754D0192}" destId="{91F82710-BE32-3D4B-9C71-C5331B19FF80}" srcOrd="7" destOrd="0" parTransId="{EDC106BE-FE96-3645-9217-B1C2EDB97D69}" sibTransId="{9223479E-2F3A-754B-BE86-CD4C9CB93FFD}"/>
    <dgm:cxn modelId="{F718814F-ED40-4643-B715-2BE034D6EC0B}" type="presOf" srcId="{CB61C2F8-4717-1F4E-8B8F-B05820899B2D}" destId="{B58CF005-4B43-404F-A643-1100E2CF81FF}" srcOrd="0" destOrd="0" presId="urn:microsoft.com/office/officeart/2005/8/layout/chevron1"/>
    <dgm:cxn modelId="{B8BB7F53-4ACC-4A4A-8AD2-E12733E47998}" type="presOf" srcId="{97F26437-EB91-C941-8948-285AA53CBFE3}" destId="{0E438F55-0AD6-A94F-9469-2CA709F3A391}" srcOrd="0" destOrd="0" presId="urn:microsoft.com/office/officeart/2005/8/layout/chevron1"/>
    <dgm:cxn modelId="{D95B115C-6645-6644-8CB4-76113BA69D43}" type="presOf" srcId="{383B49E7-060F-644C-BC5D-5430754D0192}" destId="{1DB3B44C-7467-AE4D-9230-CD12A1D6E611}" srcOrd="0" destOrd="0" presId="urn:microsoft.com/office/officeart/2005/8/layout/chevron1"/>
    <dgm:cxn modelId="{3D97B065-8A1B-9142-90B8-E42615FB5F99}" srcId="{383B49E7-060F-644C-BC5D-5430754D0192}" destId="{0D734B6A-8DDD-B44E-A020-5E19B25EE570}" srcOrd="11" destOrd="0" parTransId="{8A94BF15-5723-E24C-A9C0-E2A3A7952ED4}" sibTransId="{1FFCE7F5-E59D-6E44-B164-04AD3519E8CF}"/>
    <dgm:cxn modelId="{02C6DC66-8C7A-A040-954D-0709300A1421}" srcId="{383B49E7-060F-644C-BC5D-5430754D0192}" destId="{7AB8539C-E848-114A-ACEB-A5D718CA1FBE}" srcOrd="13" destOrd="0" parTransId="{08D983F0-B3B5-9D48-A488-7E516045327D}" sibTransId="{DD4859AC-0598-9045-B67F-8C7A8FA02D00}"/>
    <dgm:cxn modelId="{61AF466A-E759-324B-BE3A-F22F2DFB7106}" srcId="{383B49E7-060F-644C-BC5D-5430754D0192}" destId="{8C88137A-FB47-6849-AB96-E042C04E93AC}" srcOrd="12" destOrd="0" parTransId="{DFCD612F-8B90-F04A-9B84-E640D114B9D4}" sibTransId="{836F8D54-0F54-7548-8BB7-F3718F4CCCDB}"/>
    <dgm:cxn modelId="{9EEB656E-0493-444A-864F-C012B33C1B10}" type="presOf" srcId="{B4342578-ED3C-3A41-92D4-B7341347451C}" destId="{254FE932-5757-1649-9288-34D642215104}" srcOrd="0" destOrd="0" presId="urn:microsoft.com/office/officeart/2005/8/layout/chevron1"/>
    <dgm:cxn modelId="{C37D7773-4CF6-2E4D-894B-1D0F3D40093A}" type="presOf" srcId="{8EC417A5-5ECA-C642-BD84-33F1B8C929EB}" destId="{FBC20F8B-CB96-5A41-A1C4-D3AEA594FF49}" srcOrd="0" destOrd="0" presId="urn:microsoft.com/office/officeart/2005/8/layout/chevron1"/>
    <dgm:cxn modelId="{0B384E75-A29B-294C-9F82-B524A0804350}" type="presOf" srcId="{E78953A3-7F01-D843-A46D-AF50935AE038}" destId="{14380ECD-5DE7-9B4E-B007-8EC6BE6A58F0}" srcOrd="0" destOrd="0" presId="urn:microsoft.com/office/officeart/2005/8/layout/chevron1"/>
    <dgm:cxn modelId="{F4E68A7A-3D51-7D49-8DBB-9803B3F7CB66}" type="presOf" srcId="{7AB8539C-E848-114A-ACEB-A5D718CA1FBE}" destId="{ED23E062-CC08-4E42-B04F-F2F15BDA8DA9}" srcOrd="0" destOrd="0" presId="urn:microsoft.com/office/officeart/2005/8/layout/chevron1"/>
    <dgm:cxn modelId="{BE1FCD7B-3F7D-FE4D-AB6E-D95D78A8E35D}" srcId="{383B49E7-060F-644C-BC5D-5430754D0192}" destId="{F71DB235-0DCC-A84B-A7AB-F30119A59150}" srcOrd="3" destOrd="0" parTransId="{E5FF5F4F-25C7-FF4F-82F8-2A69E4A3EE82}" sibTransId="{64C1D361-86D1-A14E-8222-5B37B4C098A5}"/>
    <dgm:cxn modelId="{A3825682-2DC5-7943-B118-FE593E849708}" type="presOf" srcId="{07B89EDA-FEDC-EF4A-A2BF-3825B4B182BE}" destId="{7AD32CBD-7A4D-BA44-9643-D249691B5889}" srcOrd="0" destOrd="0" presId="urn:microsoft.com/office/officeart/2005/8/layout/chevron1"/>
    <dgm:cxn modelId="{A49C0C92-32B2-8045-A695-EC7E25731D65}" type="presOf" srcId="{0D734B6A-8DDD-B44E-A020-5E19B25EE570}" destId="{A3542E8E-E5B7-BC42-88BB-71AC327F58BE}" srcOrd="0" destOrd="0" presId="urn:microsoft.com/office/officeart/2005/8/layout/chevron1"/>
    <dgm:cxn modelId="{06281C9B-EC5C-BD44-B5BF-D7240718C49B}" type="presOf" srcId="{55A9B451-4544-CD40-86CF-64B74C06A8CF}" destId="{98AD1763-7433-B141-B056-738A5FA7D5DD}" srcOrd="0" destOrd="0" presId="urn:microsoft.com/office/officeart/2005/8/layout/chevron1"/>
    <dgm:cxn modelId="{B1F354AF-2517-D643-BD9F-4E6E1597FA3D}" srcId="{383B49E7-060F-644C-BC5D-5430754D0192}" destId="{97F26437-EB91-C941-8948-285AA53CBFE3}" srcOrd="2" destOrd="0" parTransId="{C6A6C469-862E-9340-92BD-B09588B78FAF}" sibTransId="{EDC0CE01-EB88-C846-8B2C-731C6E538DD8}"/>
    <dgm:cxn modelId="{DC4D3DBB-ECEC-884B-B9FD-18128F9ABA3B}" srcId="{383B49E7-060F-644C-BC5D-5430754D0192}" destId="{3F3B1D5A-3987-AC40-AF8A-15B1680A69BB}" srcOrd="8" destOrd="0" parTransId="{1D7E3CB1-1FFD-3D4C-8102-1ADD7CAAEE15}" sibTransId="{A7E3D629-F759-0B4A-A5D1-FD032E0FFDA9}"/>
    <dgm:cxn modelId="{4578A2BF-913F-4946-805B-A247D3514B60}" srcId="{383B49E7-060F-644C-BC5D-5430754D0192}" destId="{B4342578-ED3C-3A41-92D4-B7341347451C}" srcOrd="10" destOrd="0" parTransId="{133BADAA-5036-874D-8356-05C2BFA251E7}" sibTransId="{6B2FB71E-3131-9B4E-903B-C3BB252F037B}"/>
    <dgm:cxn modelId="{AD1AB2CA-2F36-394E-B155-771AD472518B}" srcId="{383B49E7-060F-644C-BC5D-5430754D0192}" destId="{CB61C2F8-4717-1F4E-8B8F-B05820899B2D}" srcOrd="9" destOrd="0" parTransId="{AB4E4420-9260-1A4F-90E2-A909E285073E}" sibTransId="{30BCCF76-6BCD-2F47-BEE3-5370BE1B9D58}"/>
    <dgm:cxn modelId="{F7C02DCF-ABCB-5345-B95F-8A4A9E1057D0}" srcId="{383B49E7-060F-644C-BC5D-5430754D0192}" destId="{07B89EDA-FEDC-EF4A-A2BF-3825B4B182BE}" srcOrd="5" destOrd="0" parTransId="{AB099CFD-F311-5E45-8DA9-AFC1E2B6233C}" sibTransId="{1EEB9379-30EF-3645-A14F-C204169AD306}"/>
    <dgm:cxn modelId="{E6B05DD5-B3A9-B541-A1E9-7988C8C6DCA4}" type="presOf" srcId="{8C88137A-FB47-6849-AB96-E042C04E93AC}" destId="{D3155EBB-4AB3-9044-830F-968F5A0CCC14}" srcOrd="0" destOrd="0" presId="urn:microsoft.com/office/officeart/2005/8/layout/chevron1"/>
    <dgm:cxn modelId="{F21352F1-4913-8247-A409-71B781866AA3}" type="presOf" srcId="{91F82710-BE32-3D4B-9C71-C5331B19FF80}" destId="{249B4738-EDE4-ED4B-A309-6878AAF0261C}" srcOrd="0" destOrd="0" presId="urn:microsoft.com/office/officeart/2005/8/layout/chevron1"/>
    <dgm:cxn modelId="{7D3170D2-D39B-B641-8FA6-017A8A5FED80}" type="presParOf" srcId="{1DB3B44C-7467-AE4D-9230-CD12A1D6E611}" destId="{98AD1763-7433-B141-B056-738A5FA7D5DD}" srcOrd="0" destOrd="0" presId="urn:microsoft.com/office/officeart/2005/8/layout/chevron1"/>
    <dgm:cxn modelId="{3FEBF428-7FD6-A345-AE2F-239F880FAF65}" type="presParOf" srcId="{1DB3B44C-7467-AE4D-9230-CD12A1D6E611}" destId="{AEDD22D8-1B9A-5F49-A8EF-BF7F016DADEE}" srcOrd="1" destOrd="0" presId="urn:microsoft.com/office/officeart/2005/8/layout/chevron1"/>
    <dgm:cxn modelId="{70E42528-83E8-BF4E-8BAB-0D56E0BC41C3}" type="presParOf" srcId="{1DB3B44C-7467-AE4D-9230-CD12A1D6E611}" destId="{B1BA47BC-0F0D-FA45-9AD4-0D38494B05F4}" srcOrd="2" destOrd="0" presId="urn:microsoft.com/office/officeart/2005/8/layout/chevron1"/>
    <dgm:cxn modelId="{89B9338E-79E9-EC4C-8991-946985913C7B}" type="presParOf" srcId="{1DB3B44C-7467-AE4D-9230-CD12A1D6E611}" destId="{9C350751-7FA4-4F4B-A3B6-52BA491F526D}" srcOrd="3" destOrd="0" presId="urn:microsoft.com/office/officeart/2005/8/layout/chevron1"/>
    <dgm:cxn modelId="{4214EB5F-5BA2-9B47-BB27-67033161F92D}" type="presParOf" srcId="{1DB3B44C-7467-AE4D-9230-CD12A1D6E611}" destId="{0E438F55-0AD6-A94F-9469-2CA709F3A391}" srcOrd="4" destOrd="0" presId="urn:microsoft.com/office/officeart/2005/8/layout/chevron1"/>
    <dgm:cxn modelId="{EADE1F64-480E-A84A-9888-A69A12C6E82B}" type="presParOf" srcId="{1DB3B44C-7467-AE4D-9230-CD12A1D6E611}" destId="{01906495-B3BC-C145-8FD6-6BC176A4DA4F}" srcOrd="5" destOrd="0" presId="urn:microsoft.com/office/officeart/2005/8/layout/chevron1"/>
    <dgm:cxn modelId="{E0302FCF-D088-334C-905A-0EF1614C61F0}" type="presParOf" srcId="{1DB3B44C-7467-AE4D-9230-CD12A1D6E611}" destId="{3BA502E2-CAA2-EC45-90DB-2360A508B246}" srcOrd="6" destOrd="0" presId="urn:microsoft.com/office/officeart/2005/8/layout/chevron1"/>
    <dgm:cxn modelId="{D99B4A3B-BBF0-BE4C-87B4-5A5F24B21F69}" type="presParOf" srcId="{1DB3B44C-7467-AE4D-9230-CD12A1D6E611}" destId="{3C79F8E2-D82C-AF4E-8604-4015103EC861}" srcOrd="7" destOrd="0" presId="urn:microsoft.com/office/officeart/2005/8/layout/chevron1"/>
    <dgm:cxn modelId="{16D4952A-09A4-CF45-A037-D59930A4178E}" type="presParOf" srcId="{1DB3B44C-7467-AE4D-9230-CD12A1D6E611}" destId="{822CDF41-5AC2-8044-ACDA-86F871023A4E}" srcOrd="8" destOrd="0" presId="urn:microsoft.com/office/officeart/2005/8/layout/chevron1"/>
    <dgm:cxn modelId="{E6A7EC62-B10C-A541-A5D9-217DF823EBF3}" type="presParOf" srcId="{1DB3B44C-7467-AE4D-9230-CD12A1D6E611}" destId="{CF61C3E6-B444-DF46-A8E9-64D44025A2EC}" srcOrd="9" destOrd="0" presId="urn:microsoft.com/office/officeart/2005/8/layout/chevron1"/>
    <dgm:cxn modelId="{3FD2C79C-5FCE-AB45-8A82-D285B45CE63E}" type="presParOf" srcId="{1DB3B44C-7467-AE4D-9230-CD12A1D6E611}" destId="{7AD32CBD-7A4D-BA44-9643-D249691B5889}" srcOrd="10" destOrd="0" presId="urn:microsoft.com/office/officeart/2005/8/layout/chevron1"/>
    <dgm:cxn modelId="{01E69B91-CB3F-EB43-9B93-8A5BC47601B2}" type="presParOf" srcId="{1DB3B44C-7467-AE4D-9230-CD12A1D6E611}" destId="{50629EF6-4A22-1745-80F4-0F4E316DF574}" srcOrd="11" destOrd="0" presId="urn:microsoft.com/office/officeart/2005/8/layout/chevron1"/>
    <dgm:cxn modelId="{75971728-EEF0-9344-AE0B-0DAADB63C9C3}" type="presParOf" srcId="{1DB3B44C-7467-AE4D-9230-CD12A1D6E611}" destId="{FBC20F8B-CB96-5A41-A1C4-D3AEA594FF49}" srcOrd="12" destOrd="0" presId="urn:microsoft.com/office/officeart/2005/8/layout/chevron1"/>
    <dgm:cxn modelId="{938CCA80-94F6-E94F-94E3-F0DDDA0F8C2F}" type="presParOf" srcId="{1DB3B44C-7467-AE4D-9230-CD12A1D6E611}" destId="{62263960-F59B-464A-878B-C43BFFB0FFB8}" srcOrd="13" destOrd="0" presId="urn:microsoft.com/office/officeart/2005/8/layout/chevron1"/>
    <dgm:cxn modelId="{2F8E4F74-913C-A148-B95F-BCEA864BE2DD}" type="presParOf" srcId="{1DB3B44C-7467-AE4D-9230-CD12A1D6E611}" destId="{249B4738-EDE4-ED4B-A309-6878AAF0261C}" srcOrd="14" destOrd="0" presId="urn:microsoft.com/office/officeart/2005/8/layout/chevron1"/>
    <dgm:cxn modelId="{0718D082-F22D-A246-98EE-44D7BDC38497}" type="presParOf" srcId="{1DB3B44C-7467-AE4D-9230-CD12A1D6E611}" destId="{0BD00DC4-0E51-C14E-9053-433AC904BF6F}" srcOrd="15" destOrd="0" presId="urn:microsoft.com/office/officeart/2005/8/layout/chevron1"/>
    <dgm:cxn modelId="{B6396910-21AA-8C47-B943-B3A530E66011}" type="presParOf" srcId="{1DB3B44C-7467-AE4D-9230-CD12A1D6E611}" destId="{7FC1DEBC-F4F9-854F-9E20-0C57932D8052}" srcOrd="16" destOrd="0" presId="urn:microsoft.com/office/officeart/2005/8/layout/chevron1"/>
    <dgm:cxn modelId="{1613DC01-57C3-0F46-8C52-69BF5493D5B3}" type="presParOf" srcId="{1DB3B44C-7467-AE4D-9230-CD12A1D6E611}" destId="{748DC326-5658-6047-AE99-7AA7AA52A126}" srcOrd="17" destOrd="0" presId="urn:microsoft.com/office/officeart/2005/8/layout/chevron1"/>
    <dgm:cxn modelId="{5B4D19D2-D795-F14C-8203-6F79CF2E7442}" type="presParOf" srcId="{1DB3B44C-7467-AE4D-9230-CD12A1D6E611}" destId="{B58CF005-4B43-404F-A643-1100E2CF81FF}" srcOrd="18" destOrd="0" presId="urn:microsoft.com/office/officeart/2005/8/layout/chevron1"/>
    <dgm:cxn modelId="{5BB02F4A-51F1-FB48-B087-A98BAA6A4DDF}" type="presParOf" srcId="{1DB3B44C-7467-AE4D-9230-CD12A1D6E611}" destId="{5EC0042B-C20B-FC4A-B560-10BBA34B2CDA}" srcOrd="19" destOrd="0" presId="urn:microsoft.com/office/officeart/2005/8/layout/chevron1"/>
    <dgm:cxn modelId="{93957FE4-B898-8441-8F3B-FB0E5A720170}" type="presParOf" srcId="{1DB3B44C-7467-AE4D-9230-CD12A1D6E611}" destId="{254FE932-5757-1649-9288-34D642215104}" srcOrd="20" destOrd="0" presId="urn:microsoft.com/office/officeart/2005/8/layout/chevron1"/>
    <dgm:cxn modelId="{B9ABEB5C-867E-AA4A-986D-37A180F4051D}" type="presParOf" srcId="{1DB3B44C-7467-AE4D-9230-CD12A1D6E611}" destId="{1C0FCD38-740B-054B-A965-61B6553715D9}" srcOrd="21" destOrd="0" presId="urn:microsoft.com/office/officeart/2005/8/layout/chevron1"/>
    <dgm:cxn modelId="{A3DE7B9C-049B-9940-B7CE-461ACD498364}" type="presParOf" srcId="{1DB3B44C-7467-AE4D-9230-CD12A1D6E611}" destId="{A3542E8E-E5B7-BC42-88BB-71AC327F58BE}" srcOrd="22" destOrd="0" presId="urn:microsoft.com/office/officeart/2005/8/layout/chevron1"/>
    <dgm:cxn modelId="{072C9F40-7F55-F548-91B6-4FDE8BB29EB1}" type="presParOf" srcId="{1DB3B44C-7467-AE4D-9230-CD12A1D6E611}" destId="{4943BA2F-24F6-F544-8574-444F72E4FF73}" srcOrd="23" destOrd="0" presId="urn:microsoft.com/office/officeart/2005/8/layout/chevron1"/>
    <dgm:cxn modelId="{79919DF4-A4FF-B44F-8711-060CAF543C65}" type="presParOf" srcId="{1DB3B44C-7467-AE4D-9230-CD12A1D6E611}" destId="{D3155EBB-4AB3-9044-830F-968F5A0CCC14}" srcOrd="24" destOrd="0" presId="urn:microsoft.com/office/officeart/2005/8/layout/chevron1"/>
    <dgm:cxn modelId="{16983F47-3041-B948-AC2F-3869B7A5B58D}" type="presParOf" srcId="{1DB3B44C-7467-AE4D-9230-CD12A1D6E611}" destId="{CEF6C9BE-8CFB-D54A-93BE-C057CA6624BF}" srcOrd="25" destOrd="0" presId="urn:microsoft.com/office/officeart/2005/8/layout/chevron1"/>
    <dgm:cxn modelId="{B3223BA9-6082-5346-9DA7-600EA8C9932C}" type="presParOf" srcId="{1DB3B44C-7467-AE4D-9230-CD12A1D6E611}" destId="{ED23E062-CC08-4E42-B04F-F2F15BDA8DA9}" srcOrd="26" destOrd="0" presId="urn:microsoft.com/office/officeart/2005/8/layout/chevron1"/>
    <dgm:cxn modelId="{FC0C3235-02B1-2D41-A6B2-5928096E2B9B}" type="presParOf" srcId="{1DB3B44C-7467-AE4D-9230-CD12A1D6E611}" destId="{334AA6BA-E7C9-1A4D-A50C-3F7B80422562}" srcOrd="27" destOrd="0" presId="urn:microsoft.com/office/officeart/2005/8/layout/chevron1"/>
    <dgm:cxn modelId="{5B877B3C-22D5-5D44-A547-37B17CBDFEAE}" type="presParOf" srcId="{1DB3B44C-7467-AE4D-9230-CD12A1D6E611}" destId="{14380ECD-5DE7-9B4E-B007-8EC6BE6A58F0}" srcOrd="2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83B49E7-060F-644C-BC5D-5430754D0192}" type="doc">
      <dgm:prSet loTypeId="urn:microsoft.com/office/officeart/2005/8/layout/chevron1" loCatId="" qsTypeId="urn:microsoft.com/office/officeart/2005/8/quickstyle/simple1" qsCatId="simple" csTypeId="urn:microsoft.com/office/officeart/2005/8/colors/accent1_2" csCatId="accent1" phldr="1"/>
      <dgm:spPr/>
    </dgm:pt>
    <dgm:pt modelId="{55A9B451-4544-CD40-86CF-64B74C06A8CF}">
      <dgm:prSet phldrT="[Text]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Issue Identification</a:t>
          </a:r>
        </a:p>
      </dgm:t>
    </dgm:pt>
    <dgm:pt modelId="{E3A237FF-AD55-3347-A71E-4611FEBF3624}" type="parTrans" cxnId="{5685B630-8320-2E4E-807E-2992BC1F389A}">
      <dgm:prSet/>
      <dgm:spPr/>
      <dgm:t>
        <a:bodyPr/>
        <a:lstStyle/>
        <a:p>
          <a:endParaRPr lang="en-US"/>
        </a:p>
      </dgm:t>
    </dgm:pt>
    <dgm:pt modelId="{1F41853B-C099-1549-855B-A62A19064C53}" type="sibTrans" cxnId="{5685B630-8320-2E4E-807E-2992BC1F389A}">
      <dgm:prSet/>
      <dgm:spPr/>
      <dgm:t>
        <a:bodyPr/>
        <a:lstStyle/>
        <a:p>
          <a:endParaRPr lang="en-US"/>
        </a:p>
      </dgm:t>
    </dgm:pt>
    <dgm:pt modelId="{70D8BCEE-4BB8-8047-90D3-1F1D26FAF263}">
      <dgm:prSet phldrT="[Text]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Issue(s) Creation</a:t>
          </a:r>
        </a:p>
      </dgm:t>
    </dgm:pt>
    <dgm:pt modelId="{139E1A46-36C2-C440-B9A2-D5E2D3FB0EF1}" type="parTrans" cxnId="{D91E424C-46CE-D84F-9EE9-14A40F8D50D9}">
      <dgm:prSet/>
      <dgm:spPr/>
      <dgm:t>
        <a:bodyPr/>
        <a:lstStyle/>
        <a:p>
          <a:endParaRPr lang="en-US"/>
        </a:p>
      </dgm:t>
    </dgm:pt>
    <dgm:pt modelId="{33467430-74C2-064D-8FBF-025D3B2B0C44}" type="sibTrans" cxnId="{D91E424C-46CE-D84F-9EE9-14A40F8D50D9}">
      <dgm:prSet/>
      <dgm:spPr/>
      <dgm:t>
        <a:bodyPr/>
        <a:lstStyle/>
        <a:p>
          <a:endParaRPr lang="en-US"/>
        </a:p>
      </dgm:t>
    </dgm:pt>
    <dgm:pt modelId="{9E4EC424-255E-D748-AA7A-2F4C7C12F00A}">
      <dgm:prSet phldrT="[Text]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Issue Assignment</a:t>
          </a:r>
        </a:p>
      </dgm:t>
    </dgm:pt>
    <dgm:pt modelId="{8B448E92-BE43-8349-993F-A8E80426D891}" type="parTrans" cxnId="{6C9659F5-7786-754E-B739-2AA4F61E171A}">
      <dgm:prSet/>
      <dgm:spPr/>
      <dgm:t>
        <a:bodyPr/>
        <a:lstStyle/>
        <a:p>
          <a:endParaRPr lang="en-US"/>
        </a:p>
      </dgm:t>
    </dgm:pt>
    <dgm:pt modelId="{023A9A89-5193-DA44-9515-1B47BF7054FC}" type="sibTrans" cxnId="{6C9659F5-7786-754E-B739-2AA4F61E171A}">
      <dgm:prSet/>
      <dgm:spPr/>
      <dgm:t>
        <a:bodyPr/>
        <a:lstStyle/>
        <a:p>
          <a:endParaRPr lang="en-US"/>
        </a:p>
      </dgm:t>
    </dgm:pt>
    <dgm:pt modelId="{3F35C2BF-EF07-C241-A722-EA53BD6F619F}">
      <dgm:prSet phldrT="[Text]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Code Creation</a:t>
          </a:r>
        </a:p>
      </dgm:t>
    </dgm:pt>
    <dgm:pt modelId="{1BB256A6-5146-F64B-92B8-3F481A775723}" type="parTrans" cxnId="{45A740DC-EC8D-3E4B-8671-C4C19E6A6924}">
      <dgm:prSet/>
      <dgm:spPr/>
      <dgm:t>
        <a:bodyPr/>
        <a:lstStyle/>
        <a:p>
          <a:endParaRPr lang="en-US"/>
        </a:p>
      </dgm:t>
    </dgm:pt>
    <dgm:pt modelId="{50072B60-5C3A-FB4D-B3BE-5DCBB20C510B}" type="sibTrans" cxnId="{45A740DC-EC8D-3E4B-8671-C4C19E6A6924}">
      <dgm:prSet/>
      <dgm:spPr/>
      <dgm:t>
        <a:bodyPr/>
        <a:lstStyle/>
        <a:p>
          <a:endParaRPr lang="en-US"/>
        </a:p>
      </dgm:t>
    </dgm:pt>
    <dgm:pt modelId="{AB7141EF-4A6B-884C-B85F-A03DE1C2B55A}">
      <dgm:prSet phldrT="[Text]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Issue Prioritization</a:t>
          </a:r>
        </a:p>
      </dgm:t>
    </dgm:pt>
    <dgm:pt modelId="{3DDD9623-E588-924C-BB5F-D2C81E312F39}" type="parTrans" cxnId="{0F78AF8A-E654-3846-A9FF-7E1E68F59844}">
      <dgm:prSet/>
      <dgm:spPr/>
      <dgm:t>
        <a:bodyPr/>
        <a:lstStyle/>
        <a:p>
          <a:endParaRPr lang="en-US"/>
        </a:p>
      </dgm:t>
    </dgm:pt>
    <dgm:pt modelId="{CE86A239-5C72-A142-9A18-FCE4B3D5E091}" type="sibTrans" cxnId="{0F78AF8A-E654-3846-A9FF-7E1E68F59844}">
      <dgm:prSet/>
      <dgm:spPr/>
      <dgm:t>
        <a:bodyPr/>
        <a:lstStyle/>
        <a:p>
          <a:endParaRPr lang="en-US"/>
        </a:p>
      </dgm:t>
    </dgm:pt>
    <dgm:pt modelId="{9AD7F6FA-000A-8746-8618-72DA676BDAAE}">
      <dgm:prSet phldrT="[Text]"/>
      <dgm:spPr>
        <a:solidFill>
          <a:srgbClr val="C0000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Code testing</a:t>
          </a:r>
        </a:p>
      </dgm:t>
    </dgm:pt>
    <dgm:pt modelId="{DE5AA840-1FB9-5546-9D1A-4633691ADCA2}" type="parTrans" cxnId="{0524F128-2848-FF47-AFAA-7481E2287301}">
      <dgm:prSet/>
      <dgm:spPr/>
      <dgm:t>
        <a:bodyPr/>
        <a:lstStyle/>
        <a:p>
          <a:endParaRPr lang="en-US"/>
        </a:p>
      </dgm:t>
    </dgm:pt>
    <dgm:pt modelId="{9CA7C657-9E11-4F43-B766-04D997DE5E1C}" type="sibTrans" cxnId="{0524F128-2848-FF47-AFAA-7481E2287301}">
      <dgm:prSet/>
      <dgm:spPr/>
      <dgm:t>
        <a:bodyPr/>
        <a:lstStyle/>
        <a:p>
          <a:endParaRPr lang="en-US"/>
        </a:p>
      </dgm:t>
    </dgm:pt>
    <dgm:pt modelId="{8F048385-9ED8-E140-A6C1-1508A58AACEF}">
      <dgm:prSet phldrT="[Text]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PR Submission</a:t>
          </a:r>
        </a:p>
      </dgm:t>
    </dgm:pt>
    <dgm:pt modelId="{81E18446-F194-8A4C-A89B-EC0F220B0E71}" type="parTrans" cxnId="{4A273898-CF45-1F4D-9FD3-A6A00485CDA6}">
      <dgm:prSet/>
      <dgm:spPr/>
      <dgm:t>
        <a:bodyPr/>
        <a:lstStyle/>
        <a:p>
          <a:endParaRPr lang="en-US"/>
        </a:p>
      </dgm:t>
    </dgm:pt>
    <dgm:pt modelId="{91811CBC-B7F1-024E-BD1B-E0929E042504}" type="sibTrans" cxnId="{4A273898-CF45-1F4D-9FD3-A6A00485CDA6}">
      <dgm:prSet/>
      <dgm:spPr/>
      <dgm:t>
        <a:bodyPr/>
        <a:lstStyle/>
        <a:p>
          <a:endParaRPr lang="en-US"/>
        </a:p>
      </dgm:t>
    </dgm:pt>
    <dgm:pt modelId="{641F2167-27A7-5C40-B34E-0CEAFCA8E29F}">
      <dgm:prSet phldrT="[Text]"/>
      <dgm:spPr>
        <a:solidFill>
          <a:srgbClr val="C0000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PR Review</a:t>
          </a:r>
        </a:p>
      </dgm:t>
    </dgm:pt>
    <dgm:pt modelId="{E189FA69-1849-6746-9E6D-CD424B1F9728}" type="parTrans" cxnId="{00A3AB2A-ECF6-9749-BAEB-792CE8822C39}">
      <dgm:prSet/>
      <dgm:spPr/>
      <dgm:t>
        <a:bodyPr/>
        <a:lstStyle/>
        <a:p>
          <a:endParaRPr lang="en-US"/>
        </a:p>
      </dgm:t>
    </dgm:pt>
    <dgm:pt modelId="{6F5ED6F5-7F0A-D447-8658-98E27EE77CE1}" type="sibTrans" cxnId="{00A3AB2A-ECF6-9749-BAEB-792CE8822C39}">
      <dgm:prSet/>
      <dgm:spPr/>
      <dgm:t>
        <a:bodyPr/>
        <a:lstStyle/>
        <a:p>
          <a:endParaRPr lang="en-US"/>
        </a:p>
      </dgm:t>
    </dgm:pt>
    <dgm:pt modelId="{5D79C148-3C70-304F-9C72-227BC66923CB}">
      <dgm:prSet phldrT="[Text]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PR Merge</a:t>
          </a:r>
        </a:p>
      </dgm:t>
    </dgm:pt>
    <dgm:pt modelId="{558E7883-FFBB-A34E-817A-DB485891E5E6}" type="parTrans" cxnId="{DCFA79A5-4571-F040-AEFF-2B947C23C0D8}">
      <dgm:prSet/>
      <dgm:spPr/>
      <dgm:t>
        <a:bodyPr/>
        <a:lstStyle/>
        <a:p>
          <a:endParaRPr lang="en-US"/>
        </a:p>
      </dgm:t>
    </dgm:pt>
    <dgm:pt modelId="{0C0867BB-2D84-A440-95D8-83B85E528A19}" type="sibTrans" cxnId="{DCFA79A5-4571-F040-AEFF-2B947C23C0D8}">
      <dgm:prSet/>
      <dgm:spPr/>
      <dgm:t>
        <a:bodyPr/>
        <a:lstStyle/>
        <a:p>
          <a:endParaRPr lang="en-US"/>
        </a:p>
      </dgm:t>
    </dgm:pt>
    <dgm:pt modelId="{0835C2F8-068E-AE48-B3FD-2B37B010F83F}">
      <dgm:prSet phldrT="[Text]"/>
      <dgm:spPr>
        <a:solidFill>
          <a:srgbClr val="C0000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Release Schedule</a:t>
          </a:r>
        </a:p>
      </dgm:t>
    </dgm:pt>
    <dgm:pt modelId="{CBB5151D-FBFA-F443-B4C5-23DF212CDEC6}" type="parTrans" cxnId="{FC608F48-30F5-0347-B567-051FE4E32951}">
      <dgm:prSet/>
      <dgm:spPr/>
      <dgm:t>
        <a:bodyPr/>
        <a:lstStyle/>
        <a:p>
          <a:endParaRPr lang="en-US"/>
        </a:p>
      </dgm:t>
    </dgm:pt>
    <dgm:pt modelId="{F4969727-909E-7D40-BD04-F4C3450F0A5A}" type="sibTrans" cxnId="{FC608F48-30F5-0347-B567-051FE4E32951}">
      <dgm:prSet/>
      <dgm:spPr/>
      <dgm:t>
        <a:bodyPr/>
        <a:lstStyle/>
        <a:p>
          <a:endParaRPr lang="en-US"/>
        </a:p>
      </dgm:t>
    </dgm:pt>
    <dgm:pt modelId="{1DB3B44C-7467-AE4D-9230-CD12A1D6E611}" type="pres">
      <dgm:prSet presAssocID="{383B49E7-060F-644C-BC5D-5430754D0192}" presName="Name0" presStyleCnt="0">
        <dgm:presLayoutVars>
          <dgm:dir/>
          <dgm:animLvl val="lvl"/>
          <dgm:resizeHandles val="exact"/>
        </dgm:presLayoutVars>
      </dgm:prSet>
      <dgm:spPr/>
    </dgm:pt>
    <dgm:pt modelId="{98AD1763-7433-B141-B056-738A5FA7D5DD}" type="pres">
      <dgm:prSet presAssocID="{55A9B451-4544-CD40-86CF-64B74C06A8CF}" presName="parTxOnly" presStyleLbl="node1" presStyleIdx="0" presStyleCnt="10">
        <dgm:presLayoutVars>
          <dgm:chMax val="0"/>
          <dgm:chPref val="0"/>
          <dgm:bulletEnabled val="1"/>
        </dgm:presLayoutVars>
      </dgm:prSet>
      <dgm:spPr/>
    </dgm:pt>
    <dgm:pt modelId="{F97955AE-EB8B-4B47-9267-EFF29E1108C7}" type="pres">
      <dgm:prSet presAssocID="{1F41853B-C099-1549-855B-A62A19064C53}" presName="parTxOnlySpace" presStyleCnt="0"/>
      <dgm:spPr/>
    </dgm:pt>
    <dgm:pt modelId="{FEAFDC6B-12D8-AD43-9F60-F7715057E525}" type="pres">
      <dgm:prSet presAssocID="{70D8BCEE-4BB8-8047-90D3-1F1D26FAF263}" presName="parTxOnly" presStyleLbl="node1" presStyleIdx="1" presStyleCnt="10">
        <dgm:presLayoutVars>
          <dgm:chMax val="0"/>
          <dgm:chPref val="0"/>
          <dgm:bulletEnabled val="1"/>
        </dgm:presLayoutVars>
      </dgm:prSet>
      <dgm:spPr/>
    </dgm:pt>
    <dgm:pt modelId="{999FD345-B821-CE45-B923-A01F122F9F48}" type="pres">
      <dgm:prSet presAssocID="{33467430-74C2-064D-8FBF-025D3B2B0C44}" presName="parTxOnlySpace" presStyleCnt="0"/>
      <dgm:spPr/>
    </dgm:pt>
    <dgm:pt modelId="{CDC3F41D-79FF-D046-A683-6C8F2572A07F}" type="pres">
      <dgm:prSet presAssocID="{AB7141EF-4A6B-884C-B85F-A03DE1C2B55A}" presName="parTxOnly" presStyleLbl="node1" presStyleIdx="2" presStyleCnt="10">
        <dgm:presLayoutVars>
          <dgm:chMax val="0"/>
          <dgm:chPref val="0"/>
          <dgm:bulletEnabled val="1"/>
        </dgm:presLayoutVars>
      </dgm:prSet>
      <dgm:spPr/>
    </dgm:pt>
    <dgm:pt modelId="{72F1080E-CBED-E142-A749-2375EAC5ADDF}" type="pres">
      <dgm:prSet presAssocID="{CE86A239-5C72-A142-9A18-FCE4B3D5E091}" presName="parTxOnlySpace" presStyleCnt="0"/>
      <dgm:spPr/>
    </dgm:pt>
    <dgm:pt modelId="{D53494E1-71EA-6647-B576-7122CE263A80}" type="pres">
      <dgm:prSet presAssocID="{9E4EC424-255E-D748-AA7A-2F4C7C12F00A}" presName="parTxOnly" presStyleLbl="node1" presStyleIdx="3" presStyleCnt="10">
        <dgm:presLayoutVars>
          <dgm:chMax val="0"/>
          <dgm:chPref val="0"/>
          <dgm:bulletEnabled val="1"/>
        </dgm:presLayoutVars>
      </dgm:prSet>
      <dgm:spPr/>
    </dgm:pt>
    <dgm:pt modelId="{057DF705-BE7C-0E4D-86B9-DC0F3053F02E}" type="pres">
      <dgm:prSet presAssocID="{023A9A89-5193-DA44-9515-1B47BF7054FC}" presName="parTxOnlySpace" presStyleCnt="0"/>
      <dgm:spPr/>
    </dgm:pt>
    <dgm:pt modelId="{5AF62668-B450-CA41-9E9A-CEC4F159EC1A}" type="pres">
      <dgm:prSet presAssocID="{3F35C2BF-EF07-C241-A722-EA53BD6F619F}" presName="parTxOnly" presStyleLbl="node1" presStyleIdx="4" presStyleCnt="10">
        <dgm:presLayoutVars>
          <dgm:chMax val="0"/>
          <dgm:chPref val="0"/>
          <dgm:bulletEnabled val="1"/>
        </dgm:presLayoutVars>
      </dgm:prSet>
      <dgm:spPr/>
    </dgm:pt>
    <dgm:pt modelId="{96CE1AAB-B477-8A45-A9B7-6EC2A52DA862}" type="pres">
      <dgm:prSet presAssocID="{50072B60-5C3A-FB4D-B3BE-5DCBB20C510B}" presName="parTxOnlySpace" presStyleCnt="0"/>
      <dgm:spPr/>
    </dgm:pt>
    <dgm:pt modelId="{503B7A22-5A5F-D34E-AB34-11AC3ACDFDCA}" type="pres">
      <dgm:prSet presAssocID="{9AD7F6FA-000A-8746-8618-72DA676BDAAE}" presName="parTxOnly" presStyleLbl="node1" presStyleIdx="5" presStyleCnt="10">
        <dgm:presLayoutVars>
          <dgm:chMax val="0"/>
          <dgm:chPref val="0"/>
          <dgm:bulletEnabled val="1"/>
        </dgm:presLayoutVars>
      </dgm:prSet>
      <dgm:spPr/>
    </dgm:pt>
    <dgm:pt modelId="{35BEFF75-8A05-A443-AF5F-B970B25F8AD8}" type="pres">
      <dgm:prSet presAssocID="{9CA7C657-9E11-4F43-B766-04D997DE5E1C}" presName="parTxOnlySpace" presStyleCnt="0"/>
      <dgm:spPr/>
    </dgm:pt>
    <dgm:pt modelId="{54A3D6E3-2C64-6944-9C98-E18BCFD15410}" type="pres">
      <dgm:prSet presAssocID="{8F048385-9ED8-E140-A6C1-1508A58AACEF}" presName="parTxOnly" presStyleLbl="node1" presStyleIdx="6" presStyleCnt="10">
        <dgm:presLayoutVars>
          <dgm:chMax val="0"/>
          <dgm:chPref val="0"/>
          <dgm:bulletEnabled val="1"/>
        </dgm:presLayoutVars>
      </dgm:prSet>
      <dgm:spPr/>
    </dgm:pt>
    <dgm:pt modelId="{CCC37275-0EF9-D446-8E1B-F7D11DB77682}" type="pres">
      <dgm:prSet presAssocID="{91811CBC-B7F1-024E-BD1B-E0929E042504}" presName="parTxOnlySpace" presStyleCnt="0"/>
      <dgm:spPr/>
    </dgm:pt>
    <dgm:pt modelId="{12195E32-B547-0240-8859-255F91DD525A}" type="pres">
      <dgm:prSet presAssocID="{641F2167-27A7-5C40-B34E-0CEAFCA8E29F}" presName="parTxOnly" presStyleLbl="node1" presStyleIdx="7" presStyleCnt="10">
        <dgm:presLayoutVars>
          <dgm:chMax val="0"/>
          <dgm:chPref val="0"/>
          <dgm:bulletEnabled val="1"/>
        </dgm:presLayoutVars>
      </dgm:prSet>
      <dgm:spPr/>
    </dgm:pt>
    <dgm:pt modelId="{9A45B48E-545C-B94D-91AA-B563D40D7BF0}" type="pres">
      <dgm:prSet presAssocID="{6F5ED6F5-7F0A-D447-8658-98E27EE77CE1}" presName="parTxOnlySpace" presStyleCnt="0"/>
      <dgm:spPr/>
    </dgm:pt>
    <dgm:pt modelId="{3F3CFBFC-073E-BF43-B246-83B70AFED1EC}" type="pres">
      <dgm:prSet presAssocID="{5D79C148-3C70-304F-9C72-227BC66923CB}" presName="parTxOnly" presStyleLbl="node1" presStyleIdx="8" presStyleCnt="10">
        <dgm:presLayoutVars>
          <dgm:chMax val="0"/>
          <dgm:chPref val="0"/>
          <dgm:bulletEnabled val="1"/>
        </dgm:presLayoutVars>
      </dgm:prSet>
      <dgm:spPr/>
    </dgm:pt>
    <dgm:pt modelId="{26C23C9D-C242-2A4C-9A0E-2E9605DB9D8E}" type="pres">
      <dgm:prSet presAssocID="{0C0867BB-2D84-A440-95D8-83B85E528A19}" presName="parTxOnlySpace" presStyleCnt="0"/>
      <dgm:spPr/>
    </dgm:pt>
    <dgm:pt modelId="{FFEC34EB-2D3D-5644-82C1-F8E9FAEC8EAD}" type="pres">
      <dgm:prSet presAssocID="{0835C2F8-068E-AE48-B3FD-2B37B010F83F}" presName="parTxOnly" presStyleLbl="node1" presStyleIdx="9" presStyleCnt="10">
        <dgm:presLayoutVars>
          <dgm:chMax val="0"/>
          <dgm:chPref val="0"/>
          <dgm:bulletEnabled val="1"/>
        </dgm:presLayoutVars>
      </dgm:prSet>
      <dgm:spPr/>
    </dgm:pt>
  </dgm:ptLst>
  <dgm:cxnLst>
    <dgm:cxn modelId="{0524F128-2848-FF47-AFAA-7481E2287301}" srcId="{383B49E7-060F-644C-BC5D-5430754D0192}" destId="{9AD7F6FA-000A-8746-8618-72DA676BDAAE}" srcOrd="5" destOrd="0" parTransId="{DE5AA840-1FB9-5546-9D1A-4633691ADCA2}" sibTransId="{9CA7C657-9E11-4F43-B766-04D997DE5E1C}"/>
    <dgm:cxn modelId="{00A3AB2A-ECF6-9749-BAEB-792CE8822C39}" srcId="{383B49E7-060F-644C-BC5D-5430754D0192}" destId="{641F2167-27A7-5C40-B34E-0CEAFCA8E29F}" srcOrd="7" destOrd="0" parTransId="{E189FA69-1849-6746-9E6D-CD424B1F9728}" sibTransId="{6F5ED6F5-7F0A-D447-8658-98E27EE77CE1}"/>
    <dgm:cxn modelId="{5685B630-8320-2E4E-807E-2992BC1F389A}" srcId="{383B49E7-060F-644C-BC5D-5430754D0192}" destId="{55A9B451-4544-CD40-86CF-64B74C06A8CF}" srcOrd="0" destOrd="0" parTransId="{E3A237FF-AD55-3347-A71E-4611FEBF3624}" sibTransId="{1F41853B-C099-1549-855B-A62A19064C53}"/>
    <dgm:cxn modelId="{FC608F48-30F5-0347-B567-051FE4E32951}" srcId="{383B49E7-060F-644C-BC5D-5430754D0192}" destId="{0835C2F8-068E-AE48-B3FD-2B37B010F83F}" srcOrd="9" destOrd="0" parTransId="{CBB5151D-FBFA-F443-B4C5-23DF212CDEC6}" sibTransId="{F4969727-909E-7D40-BD04-F4C3450F0A5A}"/>
    <dgm:cxn modelId="{448FB94B-5240-C541-B974-ED08C7C45171}" type="presOf" srcId="{55A9B451-4544-CD40-86CF-64B74C06A8CF}" destId="{98AD1763-7433-B141-B056-738A5FA7D5DD}" srcOrd="0" destOrd="0" presId="urn:microsoft.com/office/officeart/2005/8/layout/chevron1"/>
    <dgm:cxn modelId="{D91E424C-46CE-D84F-9EE9-14A40F8D50D9}" srcId="{383B49E7-060F-644C-BC5D-5430754D0192}" destId="{70D8BCEE-4BB8-8047-90D3-1F1D26FAF263}" srcOrd="1" destOrd="0" parTransId="{139E1A46-36C2-C440-B9A2-D5E2D3FB0EF1}" sibTransId="{33467430-74C2-064D-8FBF-025D3B2B0C44}"/>
    <dgm:cxn modelId="{87219258-5556-4F43-83E4-C9D878C603DC}" type="presOf" srcId="{641F2167-27A7-5C40-B34E-0CEAFCA8E29F}" destId="{12195E32-B547-0240-8859-255F91DD525A}" srcOrd="0" destOrd="0" presId="urn:microsoft.com/office/officeart/2005/8/layout/chevron1"/>
    <dgm:cxn modelId="{D95B115C-6645-6644-8CB4-76113BA69D43}" type="presOf" srcId="{383B49E7-060F-644C-BC5D-5430754D0192}" destId="{1DB3B44C-7467-AE4D-9230-CD12A1D6E611}" srcOrd="0" destOrd="0" presId="urn:microsoft.com/office/officeart/2005/8/layout/chevron1"/>
    <dgm:cxn modelId="{8730BF5F-E86C-C643-A9B5-908F72C976D0}" type="presOf" srcId="{8F048385-9ED8-E140-A6C1-1508A58AACEF}" destId="{54A3D6E3-2C64-6944-9C98-E18BCFD15410}" srcOrd="0" destOrd="0" presId="urn:microsoft.com/office/officeart/2005/8/layout/chevron1"/>
    <dgm:cxn modelId="{97E21D78-5892-EF4E-934D-217358A5D542}" type="presOf" srcId="{5D79C148-3C70-304F-9C72-227BC66923CB}" destId="{3F3CFBFC-073E-BF43-B246-83B70AFED1EC}" srcOrd="0" destOrd="0" presId="urn:microsoft.com/office/officeart/2005/8/layout/chevron1"/>
    <dgm:cxn modelId="{0F78AF8A-E654-3846-A9FF-7E1E68F59844}" srcId="{383B49E7-060F-644C-BC5D-5430754D0192}" destId="{AB7141EF-4A6B-884C-B85F-A03DE1C2B55A}" srcOrd="2" destOrd="0" parTransId="{3DDD9623-E588-924C-BB5F-D2C81E312F39}" sibTransId="{CE86A239-5C72-A142-9A18-FCE4B3D5E091}"/>
    <dgm:cxn modelId="{4A273898-CF45-1F4D-9FD3-A6A00485CDA6}" srcId="{383B49E7-060F-644C-BC5D-5430754D0192}" destId="{8F048385-9ED8-E140-A6C1-1508A58AACEF}" srcOrd="6" destOrd="0" parTransId="{81E18446-F194-8A4C-A89B-EC0F220B0E71}" sibTransId="{91811CBC-B7F1-024E-BD1B-E0929E042504}"/>
    <dgm:cxn modelId="{6A145C9E-F503-0149-AB50-2DCE7BDC89F5}" type="presOf" srcId="{AB7141EF-4A6B-884C-B85F-A03DE1C2B55A}" destId="{CDC3F41D-79FF-D046-A683-6C8F2572A07F}" srcOrd="0" destOrd="0" presId="urn:microsoft.com/office/officeart/2005/8/layout/chevron1"/>
    <dgm:cxn modelId="{0DD313A4-E5F1-F944-A5D7-78E3E5FA0AAC}" type="presOf" srcId="{9E4EC424-255E-D748-AA7A-2F4C7C12F00A}" destId="{D53494E1-71EA-6647-B576-7122CE263A80}" srcOrd="0" destOrd="0" presId="urn:microsoft.com/office/officeart/2005/8/layout/chevron1"/>
    <dgm:cxn modelId="{DCFA79A5-4571-F040-AEFF-2B947C23C0D8}" srcId="{383B49E7-060F-644C-BC5D-5430754D0192}" destId="{5D79C148-3C70-304F-9C72-227BC66923CB}" srcOrd="8" destOrd="0" parTransId="{558E7883-FFBB-A34E-817A-DB485891E5E6}" sibTransId="{0C0867BB-2D84-A440-95D8-83B85E528A19}"/>
    <dgm:cxn modelId="{3F1933D4-B9D2-FC43-8075-BD3BA2DDC769}" type="presOf" srcId="{3F35C2BF-EF07-C241-A722-EA53BD6F619F}" destId="{5AF62668-B450-CA41-9E9A-CEC4F159EC1A}" srcOrd="0" destOrd="0" presId="urn:microsoft.com/office/officeart/2005/8/layout/chevron1"/>
    <dgm:cxn modelId="{45A740DC-EC8D-3E4B-8671-C4C19E6A6924}" srcId="{383B49E7-060F-644C-BC5D-5430754D0192}" destId="{3F35C2BF-EF07-C241-A722-EA53BD6F619F}" srcOrd="4" destOrd="0" parTransId="{1BB256A6-5146-F64B-92B8-3F481A775723}" sibTransId="{50072B60-5C3A-FB4D-B3BE-5DCBB20C510B}"/>
    <dgm:cxn modelId="{ACB6BFDD-FC61-8642-946A-311F003584B1}" type="presOf" srcId="{70D8BCEE-4BB8-8047-90D3-1F1D26FAF263}" destId="{FEAFDC6B-12D8-AD43-9F60-F7715057E525}" srcOrd="0" destOrd="0" presId="urn:microsoft.com/office/officeart/2005/8/layout/chevron1"/>
    <dgm:cxn modelId="{48EEF7E0-8231-974C-BC71-DACA3364814E}" type="presOf" srcId="{9AD7F6FA-000A-8746-8618-72DA676BDAAE}" destId="{503B7A22-5A5F-D34E-AB34-11AC3ACDFDCA}" srcOrd="0" destOrd="0" presId="urn:microsoft.com/office/officeart/2005/8/layout/chevron1"/>
    <dgm:cxn modelId="{85D7F3E8-D82A-0648-A134-B79215FD3EF8}" type="presOf" srcId="{0835C2F8-068E-AE48-B3FD-2B37B010F83F}" destId="{FFEC34EB-2D3D-5644-82C1-F8E9FAEC8EAD}" srcOrd="0" destOrd="0" presId="urn:microsoft.com/office/officeart/2005/8/layout/chevron1"/>
    <dgm:cxn modelId="{6C9659F5-7786-754E-B739-2AA4F61E171A}" srcId="{383B49E7-060F-644C-BC5D-5430754D0192}" destId="{9E4EC424-255E-D748-AA7A-2F4C7C12F00A}" srcOrd="3" destOrd="0" parTransId="{8B448E92-BE43-8349-993F-A8E80426D891}" sibTransId="{023A9A89-5193-DA44-9515-1B47BF7054FC}"/>
    <dgm:cxn modelId="{D2E3F147-F079-524F-81A4-C8F6ADAD0F43}" type="presParOf" srcId="{1DB3B44C-7467-AE4D-9230-CD12A1D6E611}" destId="{98AD1763-7433-B141-B056-738A5FA7D5DD}" srcOrd="0" destOrd="0" presId="urn:microsoft.com/office/officeart/2005/8/layout/chevron1"/>
    <dgm:cxn modelId="{E3F46A2D-3083-8041-893E-2C7AC8686EA7}" type="presParOf" srcId="{1DB3B44C-7467-AE4D-9230-CD12A1D6E611}" destId="{F97955AE-EB8B-4B47-9267-EFF29E1108C7}" srcOrd="1" destOrd="0" presId="urn:microsoft.com/office/officeart/2005/8/layout/chevron1"/>
    <dgm:cxn modelId="{9B663221-6B59-0A44-B18B-6EBCF7709C41}" type="presParOf" srcId="{1DB3B44C-7467-AE4D-9230-CD12A1D6E611}" destId="{FEAFDC6B-12D8-AD43-9F60-F7715057E525}" srcOrd="2" destOrd="0" presId="urn:microsoft.com/office/officeart/2005/8/layout/chevron1"/>
    <dgm:cxn modelId="{2E53FCAD-C492-2446-8356-B1C013AE2BC1}" type="presParOf" srcId="{1DB3B44C-7467-AE4D-9230-CD12A1D6E611}" destId="{999FD345-B821-CE45-B923-A01F122F9F48}" srcOrd="3" destOrd="0" presId="urn:microsoft.com/office/officeart/2005/8/layout/chevron1"/>
    <dgm:cxn modelId="{ADC718D3-6485-1C4D-9B3B-980B43064C96}" type="presParOf" srcId="{1DB3B44C-7467-AE4D-9230-CD12A1D6E611}" destId="{CDC3F41D-79FF-D046-A683-6C8F2572A07F}" srcOrd="4" destOrd="0" presId="urn:microsoft.com/office/officeart/2005/8/layout/chevron1"/>
    <dgm:cxn modelId="{064AFD39-0675-E246-84BD-51758170ED61}" type="presParOf" srcId="{1DB3B44C-7467-AE4D-9230-CD12A1D6E611}" destId="{72F1080E-CBED-E142-A749-2375EAC5ADDF}" srcOrd="5" destOrd="0" presId="urn:microsoft.com/office/officeart/2005/8/layout/chevron1"/>
    <dgm:cxn modelId="{E21087D7-4AC0-6A43-AAB8-66E3D8FFCDC2}" type="presParOf" srcId="{1DB3B44C-7467-AE4D-9230-CD12A1D6E611}" destId="{D53494E1-71EA-6647-B576-7122CE263A80}" srcOrd="6" destOrd="0" presId="urn:microsoft.com/office/officeart/2005/8/layout/chevron1"/>
    <dgm:cxn modelId="{EA6972D8-77C0-1341-A566-9E53B7BF9911}" type="presParOf" srcId="{1DB3B44C-7467-AE4D-9230-CD12A1D6E611}" destId="{057DF705-BE7C-0E4D-86B9-DC0F3053F02E}" srcOrd="7" destOrd="0" presId="urn:microsoft.com/office/officeart/2005/8/layout/chevron1"/>
    <dgm:cxn modelId="{D6215170-269D-0348-84B4-3BA5D1CEF44D}" type="presParOf" srcId="{1DB3B44C-7467-AE4D-9230-CD12A1D6E611}" destId="{5AF62668-B450-CA41-9E9A-CEC4F159EC1A}" srcOrd="8" destOrd="0" presId="urn:microsoft.com/office/officeart/2005/8/layout/chevron1"/>
    <dgm:cxn modelId="{C4CAF453-F5C3-C14B-AE5A-99D5B12441E9}" type="presParOf" srcId="{1DB3B44C-7467-AE4D-9230-CD12A1D6E611}" destId="{96CE1AAB-B477-8A45-A9B7-6EC2A52DA862}" srcOrd="9" destOrd="0" presId="urn:microsoft.com/office/officeart/2005/8/layout/chevron1"/>
    <dgm:cxn modelId="{03B3F5F6-0646-5343-96D4-C37B0BAFF158}" type="presParOf" srcId="{1DB3B44C-7467-AE4D-9230-CD12A1D6E611}" destId="{503B7A22-5A5F-D34E-AB34-11AC3ACDFDCA}" srcOrd="10" destOrd="0" presId="urn:microsoft.com/office/officeart/2005/8/layout/chevron1"/>
    <dgm:cxn modelId="{D54392FD-0BDE-FD46-B7FA-D03DD3AB3EA8}" type="presParOf" srcId="{1DB3B44C-7467-AE4D-9230-CD12A1D6E611}" destId="{35BEFF75-8A05-A443-AF5F-B970B25F8AD8}" srcOrd="11" destOrd="0" presId="urn:microsoft.com/office/officeart/2005/8/layout/chevron1"/>
    <dgm:cxn modelId="{A9092F2E-533D-3F48-9DD1-194ED35B430E}" type="presParOf" srcId="{1DB3B44C-7467-AE4D-9230-CD12A1D6E611}" destId="{54A3D6E3-2C64-6944-9C98-E18BCFD15410}" srcOrd="12" destOrd="0" presId="urn:microsoft.com/office/officeart/2005/8/layout/chevron1"/>
    <dgm:cxn modelId="{F050E253-97BC-D54B-88CE-EDC0B8082862}" type="presParOf" srcId="{1DB3B44C-7467-AE4D-9230-CD12A1D6E611}" destId="{CCC37275-0EF9-D446-8E1B-F7D11DB77682}" srcOrd="13" destOrd="0" presId="urn:microsoft.com/office/officeart/2005/8/layout/chevron1"/>
    <dgm:cxn modelId="{37E2C2A9-25EE-2643-8558-8839DD81CBCE}" type="presParOf" srcId="{1DB3B44C-7467-AE4D-9230-CD12A1D6E611}" destId="{12195E32-B547-0240-8859-255F91DD525A}" srcOrd="14" destOrd="0" presId="urn:microsoft.com/office/officeart/2005/8/layout/chevron1"/>
    <dgm:cxn modelId="{08382FAE-DD70-9541-8023-2D21A2BF5F02}" type="presParOf" srcId="{1DB3B44C-7467-AE4D-9230-CD12A1D6E611}" destId="{9A45B48E-545C-B94D-91AA-B563D40D7BF0}" srcOrd="15" destOrd="0" presId="urn:microsoft.com/office/officeart/2005/8/layout/chevron1"/>
    <dgm:cxn modelId="{1F58C292-3EFA-F640-B53A-0468E6367221}" type="presParOf" srcId="{1DB3B44C-7467-AE4D-9230-CD12A1D6E611}" destId="{3F3CFBFC-073E-BF43-B246-83B70AFED1EC}" srcOrd="16" destOrd="0" presId="urn:microsoft.com/office/officeart/2005/8/layout/chevron1"/>
    <dgm:cxn modelId="{290C28D0-B856-194E-BE3D-0608FD01AEFC}" type="presParOf" srcId="{1DB3B44C-7467-AE4D-9230-CD12A1D6E611}" destId="{26C23C9D-C242-2A4C-9A0E-2E9605DB9D8E}" srcOrd="17" destOrd="0" presId="urn:microsoft.com/office/officeart/2005/8/layout/chevron1"/>
    <dgm:cxn modelId="{5C847818-D6BD-4D41-AA91-C5B1F41360C8}" type="presParOf" srcId="{1DB3B44C-7467-AE4D-9230-CD12A1D6E611}" destId="{FFEC34EB-2D3D-5644-82C1-F8E9FAEC8EAD}" srcOrd="1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83B49E7-060F-644C-BC5D-5430754D0192}" type="doc">
      <dgm:prSet loTypeId="urn:microsoft.com/office/officeart/2005/8/layout/chevron1" loCatId="" qsTypeId="urn:microsoft.com/office/officeart/2005/8/quickstyle/simple1" qsCatId="simple" csTypeId="urn:microsoft.com/office/officeart/2005/8/colors/accent1_2" csCatId="accent1" phldr="1"/>
      <dgm:spPr/>
    </dgm:pt>
    <dgm:pt modelId="{55A9B451-4544-CD40-86CF-64B74C06A8CF}">
      <dgm:prSet phldrT="[Text]"/>
      <dgm:spPr>
        <a:solidFill>
          <a:schemeClr val="accent4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Requirements Gathering</a:t>
          </a:r>
        </a:p>
      </dgm:t>
    </dgm:pt>
    <dgm:pt modelId="{E3A237FF-AD55-3347-A71E-4611FEBF3624}" type="parTrans" cxnId="{5685B630-8320-2E4E-807E-2992BC1F389A}">
      <dgm:prSet/>
      <dgm:spPr/>
      <dgm:t>
        <a:bodyPr/>
        <a:lstStyle/>
        <a:p>
          <a:endParaRPr lang="en-US"/>
        </a:p>
      </dgm:t>
    </dgm:pt>
    <dgm:pt modelId="{1F41853B-C099-1549-855B-A62A19064C53}" type="sibTrans" cxnId="{5685B630-8320-2E4E-807E-2992BC1F389A}">
      <dgm:prSet/>
      <dgm:spPr/>
      <dgm:t>
        <a:bodyPr/>
        <a:lstStyle/>
        <a:p>
          <a:endParaRPr lang="en-US"/>
        </a:p>
      </dgm:t>
    </dgm:pt>
    <dgm:pt modelId="{97F26437-EB91-C941-8948-285AA53CBFE3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SRD</a:t>
          </a:r>
        </a:p>
      </dgm:t>
    </dgm:pt>
    <dgm:pt modelId="{C6A6C469-862E-9340-92BD-B09588B78FAF}" type="parTrans" cxnId="{B1F354AF-2517-D643-BD9F-4E6E1597FA3D}">
      <dgm:prSet/>
      <dgm:spPr/>
      <dgm:t>
        <a:bodyPr/>
        <a:lstStyle/>
        <a:p>
          <a:endParaRPr lang="en-US"/>
        </a:p>
      </dgm:t>
    </dgm:pt>
    <dgm:pt modelId="{EDC0CE01-EB88-C846-8B2C-731C6E538DD8}" type="sibTrans" cxnId="{B1F354AF-2517-D643-BD9F-4E6E1597FA3D}">
      <dgm:prSet/>
      <dgm:spPr/>
      <dgm:t>
        <a:bodyPr/>
        <a:lstStyle/>
        <a:p>
          <a:endParaRPr lang="en-US"/>
        </a:p>
      </dgm:t>
    </dgm:pt>
    <dgm:pt modelId="{F71DB235-0DCC-A84B-A7AB-F30119A59150}">
      <dgm:prSet phldrT="[Text]"/>
      <dgm:spPr>
        <a:solidFill>
          <a:schemeClr val="accent4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Network Design</a:t>
          </a:r>
        </a:p>
      </dgm:t>
    </dgm:pt>
    <dgm:pt modelId="{E5FF5F4F-25C7-FF4F-82F8-2A69E4A3EE82}" type="parTrans" cxnId="{BE1FCD7B-3F7D-FE4D-AB6E-D95D78A8E35D}">
      <dgm:prSet/>
      <dgm:spPr/>
      <dgm:t>
        <a:bodyPr/>
        <a:lstStyle/>
        <a:p>
          <a:endParaRPr lang="en-US"/>
        </a:p>
      </dgm:t>
    </dgm:pt>
    <dgm:pt modelId="{64C1D361-86D1-A14E-8222-5B37B4C098A5}" type="sibTrans" cxnId="{BE1FCD7B-3F7D-FE4D-AB6E-D95D78A8E35D}">
      <dgm:prSet/>
      <dgm:spPr/>
      <dgm:t>
        <a:bodyPr/>
        <a:lstStyle/>
        <a:p>
          <a:endParaRPr lang="en-US"/>
        </a:p>
      </dgm:t>
    </dgm:pt>
    <dgm:pt modelId="{07B89EDA-FEDC-EF4A-A2BF-3825B4B182BE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SDD</a:t>
          </a:r>
        </a:p>
      </dgm:t>
    </dgm:pt>
    <dgm:pt modelId="{AB099CFD-F311-5E45-8DA9-AFC1E2B6233C}" type="parTrans" cxnId="{F7C02DCF-ABCB-5345-B95F-8A4A9E1057D0}">
      <dgm:prSet/>
      <dgm:spPr/>
      <dgm:t>
        <a:bodyPr/>
        <a:lstStyle/>
        <a:p>
          <a:endParaRPr lang="en-US"/>
        </a:p>
      </dgm:t>
    </dgm:pt>
    <dgm:pt modelId="{1EEB9379-30EF-3645-A14F-C204169AD306}" type="sibTrans" cxnId="{F7C02DCF-ABCB-5345-B95F-8A4A9E1057D0}">
      <dgm:prSet/>
      <dgm:spPr/>
      <dgm:t>
        <a:bodyPr/>
        <a:lstStyle/>
        <a:p>
          <a:endParaRPr lang="en-US"/>
        </a:p>
      </dgm:t>
    </dgm:pt>
    <dgm:pt modelId="{8EC417A5-5ECA-C642-BD84-33F1B8C929EB}">
      <dgm:prSet phldrT="[Text]"/>
      <dgm:spPr>
        <a:solidFill>
          <a:schemeClr val="accent4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Migration Strategy</a:t>
          </a:r>
        </a:p>
      </dgm:t>
    </dgm:pt>
    <dgm:pt modelId="{E05B9C70-9B70-0F47-BC9E-882FE9B85365}" type="parTrans" cxnId="{C05F3A0A-5659-2941-8F88-1AC502A0A31C}">
      <dgm:prSet/>
      <dgm:spPr/>
      <dgm:t>
        <a:bodyPr/>
        <a:lstStyle/>
        <a:p>
          <a:endParaRPr lang="en-US"/>
        </a:p>
      </dgm:t>
    </dgm:pt>
    <dgm:pt modelId="{56328617-8902-D047-9B72-350CE5B73549}" type="sibTrans" cxnId="{C05F3A0A-5659-2941-8F88-1AC502A0A31C}">
      <dgm:prSet/>
      <dgm:spPr/>
      <dgm:t>
        <a:bodyPr/>
        <a:lstStyle/>
        <a:p>
          <a:endParaRPr lang="en-US"/>
        </a:p>
      </dgm:t>
    </dgm:pt>
    <dgm:pt modelId="{91F82710-BE32-3D4B-9C71-C5331B19FF80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Implementation Plans</a:t>
          </a:r>
        </a:p>
      </dgm:t>
    </dgm:pt>
    <dgm:pt modelId="{EDC106BE-FE96-3645-9217-B1C2EDB97D69}" type="parTrans" cxnId="{CCC89A3E-7FD6-2140-B478-4717506A0D67}">
      <dgm:prSet/>
      <dgm:spPr/>
      <dgm:t>
        <a:bodyPr/>
        <a:lstStyle/>
        <a:p>
          <a:endParaRPr lang="en-US"/>
        </a:p>
      </dgm:t>
    </dgm:pt>
    <dgm:pt modelId="{9223479E-2F3A-754B-BE86-CD4C9CB93FFD}" type="sibTrans" cxnId="{CCC89A3E-7FD6-2140-B478-4717506A0D67}">
      <dgm:prSet/>
      <dgm:spPr/>
      <dgm:t>
        <a:bodyPr/>
        <a:lstStyle/>
        <a:p>
          <a:endParaRPr lang="en-US"/>
        </a:p>
      </dgm:t>
    </dgm:pt>
    <dgm:pt modelId="{3F3B1D5A-3987-AC40-AF8A-15B1680A69BB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Test Plans</a:t>
          </a:r>
        </a:p>
      </dgm:t>
    </dgm:pt>
    <dgm:pt modelId="{1D7E3CB1-1FFD-3D4C-8102-1ADD7CAAEE15}" type="parTrans" cxnId="{DC4D3DBB-ECEC-884B-B9FD-18128F9ABA3B}">
      <dgm:prSet/>
      <dgm:spPr/>
      <dgm:t>
        <a:bodyPr/>
        <a:lstStyle/>
        <a:p>
          <a:endParaRPr lang="en-US"/>
        </a:p>
      </dgm:t>
    </dgm:pt>
    <dgm:pt modelId="{A7E3D629-F759-0B4A-A5D1-FD032E0FFDA9}" type="sibTrans" cxnId="{DC4D3DBB-ECEC-884B-B9FD-18128F9ABA3B}">
      <dgm:prSet/>
      <dgm:spPr/>
      <dgm:t>
        <a:bodyPr/>
        <a:lstStyle/>
        <a:p>
          <a:endParaRPr lang="en-US"/>
        </a:p>
      </dgm:t>
    </dgm:pt>
    <dgm:pt modelId="{CB61C2F8-4717-1F4E-8B8F-B05820899B2D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Test Cases</a:t>
          </a:r>
        </a:p>
      </dgm:t>
    </dgm:pt>
    <dgm:pt modelId="{AB4E4420-9260-1A4F-90E2-A909E285073E}" type="parTrans" cxnId="{AD1AB2CA-2F36-394E-B155-771AD472518B}">
      <dgm:prSet/>
      <dgm:spPr/>
      <dgm:t>
        <a:bodyPr/>
        <a:lstStyle/>
        <a:p>
          <a:endParaRPr lang="en-US"/>
        </a:p>
      </dgm:t>
    </dgm:pt>
    <dgm:pt modelId="{30BCCF76-6BCD-2F47-BEE3-5370BE1B9D58}" type="sibTrans" cxnId="{AD1AB2CA-2F36-394E-B155-771AD472518B}">
      <dgm:prSet/>
      <dgm:spPr/>
      <dgm:t>
        <a:bodyPr/>
        <a:lstStyle/>
        <a:p>
          <a:endParaRPr lang="en-US"/>
        </a:p>
      </dgm:t>
    </dgm:pt>
    <dgm:pt modelId="{8C88137A-FB47-6849-AB96-E042C04E93AC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Production Implementation</a:t>
          </a:r>
        </a:p>
      </dgm:t>
    </dgm:pt>
    <dgm:pt modelId="{DFCD612F-8B90-F04A-9B84-E640D114B9D4}" type="parTrans" cxnId="{61AF466A-E759-324B-BE3A-F22F2DFB7106}">
      <dgm:prSet/>
      <dgm:spPr/>
      <dgm:t>
        <a:bodyPr/>
        <a:lstStyle/>
        <a:p>
          <a:endParaRPr lang="en-US"/>
        </a:p>
      </dgm:t>
    </dgm:pt>
    <dgm:pt modelId="{836F8D54-0F54-7548-8BB7-F3718F4CCCDB}" type="sibTrans" cxnId="{61AF466A-E759-324B-BE3A-F22F2DFB7106}">
      <dgm:prSet/>
      <dgm:spPr/>
      <dgm:t>
        <a:bodyPr/>
        <a:lstStyle/>
        <a:p>
          <a:endParaRPr lang="en-US"/>
        </a:p>
      </dgm:t>
    </dgm:pt>
    <dgm:pt modelId="{7AB8539C-E848-114A-ACEB-A5D718CA1FBE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Testing</a:t>
          </a:r>
        </a:p>
      </dgm:t>
    </dgm:pt>
    <dgm:pt modelId="{08D983F0-B3B5-9D48-A488-7E516045327D}" type="parTrans" cxnId="{02C6DC66-8C7A-A040-954D-0709300A1421}">
      <dgm:prSet/>
      <dgm:spPr/>
      <dgm:t>
        <a:bodyPr/>
        <a:lstStyle/>
        <a:p>
          <a:endParaRPr lang="en-US"/>
        </a:p>
      </dgm:t>
    </dgm:pt>
    <dgm:pt modelId="{DD4859AC-0598-9045-B67F-8C7A8FA02D00}" type="sibTrans" cxnId="{02C6DC66-8C7A-A040-954D-0709300A1421}">
      <dgm:prSet/>
      <dgm:spPr/>
      <dgm:t>
        <a:bodyPr/>
        <a:lstStyle/>
        <a:p>
          <a:endParaRPr lang="en-US"/>
        </a:p>
      </dgm:t>
    </dgm:pt>
    <dgm:pt modelId="{E78953A3-7F01-D843-A46D-AF50935AE038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Reports</a:t>
          </a:r>
        </a:p>
      </dgm:t>
    </dgm:pt>
    <dgm:pt modelId="{21D38BDB-4B32-2240-B1B7-67F252AF925C}" type="parTrans" cxnId="{A61DCE28-25FE-8E45-97D8-C44E43357D99}">
      <dgm:prSet/>
      <dgm:spPr/>
      <dgm:t>
        <a:bodyPr/>
        <a:lstStyle/>
        <a:p>
          <a:endParaRPr lang="en-US"/>
        </a:p>
      </dgm:t>
    </dgm:pt>
    <dgm:pt modelId="{734A9093-79A1-ED4E-8498-F4A22161B161}" type="sibTrans" cxnId="{A61DCE28-25FE-8E45-97D8-C44E43357D99}">
      <dgm:prSet/>
      <dgm:spPr/>
      <dgm:t>
        <a:bodyPr/>
        <a:lstStyle/>
        <a:p>
          <a:endParaRPr lang="en-US"/>
        </a:p>
      </dgm:t>
    </dgm:pt>
    <dgm:pt modelId="{8179F2A2-3BFE-194B-88C5-BAD6E5A073A1}">
      <dgm:prSet/>
      <dgm:spPr>
        <a:solidFill>
          <a:schemeClr val="accent4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Technology Assessment</a:t>
          </a:r>
        </a:p>
      </dgm:t>
    </dgm:pt>
    <dgm:pt modelId="{A9494E38-3C5A-F345-A083-78B3A804FA28}" type="parTrans" cxnId="{982B4330-5C56-584D-8AE8-298D70F2B9BD}">
      <dgm:prSet/>
      <dgm:spPr/>
      <dgm:t>
        <a:bodyPr/>
        <a:lstStyle/>
        <a:p>
          <a:endParaRPr lang="en-US"/>
        </a:p>
      </dgm:t>
    </dgm:pt>
    <dgm:pt modelId="{1EAB1701-E495-8748-8CE0-99FB822E36CD}" type="sibTrans" cxnId="{982B4330-5C56-584D-8AE8-298D70F2B9BD}">
      <dgm:prSet/>
      <dgm:spPr/>
      <dgm:t>
        <a:bodyPr/>
        <a:lstStyle/>
        <a:p>
          <a:endParaRPr lang="en-US"/>
        </a:p>
      </dgm:t>
    </dgm:pt>
    <dgm:pt modelId="{BA50D275-8F4F-C349-B3A0-CCDCF2BD1C78}">
      <dgm:prSet phldrT="[Text]"/>
      <dgm:spPr>
        <a:solidFill>
          <a:schemeClr val="accent4"/>
        </a:solidFill>
      </dgm:spPr>
      <dgm:t>
        <a:bodyPr/>
        <a:lstStyle/>
        <a:p>
          <a:r>
            <a:rPr lang="en-US" dirty="0" err="1">
              <a:solidFill>
                <a:schemeClr val="bg1"/>
              </a:solidFill>
            </a:rPr>
            <a:t>NaC</a:t>
          </a:r>
          <a:r>
            <a:rPr lang="en-US" dirty="0">
              <a:solidFill>
                <a:schemeClr val="bg1"/>
              </a:solidFill>
            </a:rPr>
            <a:t> Assessment</a:t>
          </a:r>
        </a:p>
      </dgm:t>
    </dgm:pt>
    <dgm:pt modelId="{D85A3E4F-5789-4741-B4B6-8B2F8B429ACF}" type="parTrans" cxnId="{2DC7FE16-53FB-2F40-ADEA-8BC71008CF93}">
      <dgm:prSet/>
      <dgm:spPr/>
      <dgm:t>
        <a:bodyPr/>
        <a:lstStyle/>
        <a:p>
          <a:endParaRPr lang="en-US"/>
        </a:p>
      </dgm:t>
    </dgm:pt>
    <dgm:pt modelId="{AC2D157D-4959-7D4A-A2B2-77A7A79E359A}" type="sibTrans" cxnId="{2DC7FE16-53FB-2F40-ADEA-8BC71008CF93}">
      <dgm:prSet/>
      <dgm:spPr/>
      <dgm:t>
        <a:bodyPr/>
        <a:lstStyle/>
        <a:p>
          <a:endParaRPr lang="en-US"/>
        </a:p>
      </dgm:t>
    </dgm:pt>
    <dgm:pt modelId="{B4342578-ED3C-3A41-92D4-B7341347451C}">
      <dgm:prSet phldrT="[Text]"/>
      <dgm:spPr>
        <a:solidFill>
          <a:schemeClr val="accent4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Lab build</a:t>
          </a:r>
        </a:p>
      </dgm:t>
    </dgm:pt>
    <dgm:pt modelId="{133BADAA-5036-874D-8356-05C2BFA251E7}" type="parTrans" cxnId="{4578A2BF-913F-4946-805B-A247D3514B60}">
      <dgm:prSet/>
      <dgm:spPr/>
      <dgm:t>
        <a:bodyPr/>
        <a:lstStyle/>
        <a:p>
          <a:endParaRPr lang="en-US"/>
        </a:p>
      </dgm:t>
    </dgm:pt>
    <dgm:pt modelId="{6B2FB71E-3131-9B4E-903B-C3BB252F037B}" type="sibTrans" cxnId="{4578A2BF-913F-4946-805B-A247D3514B60}">
      <dgm:prSet/>
      <dgm:spPr/>
      <dgm:t>
        <a:bodyPr/>
        <a:lstStyle/>
        <a:p>
          <a:endParaRPr lang="en-US"/>
        </a:p>
      </dgm:t>
    </dgm:pt>
    <dgm:pt modelId="{0D734B6A-8DDD-B44E-A020-5E19B25EE570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 err="1">
              <a:solidFill>
                <a:schemeClr val="bg1"/>
              </a:solidFill>
            </a:rPr>
            <a:t>NaC</a:t>
          </a:r>
          <a:r>
            <a:rPr lang="en-US" dirty="0">
              <a:solidFill>
                <a:schemeClr val="bg1"/>
              </a:solidFill>
            </a:rPr>
            <a:t> Lab PoC</a:t>
          </a:r>
        </a:p>
      </dgm:t>
    </dgm:pt>
    <dgm:pt modelId="{8A94BF15-5723-E24C-A9C0-E2A3A7952ED4}" type="parTrans" cxnId="{3D97B065-8A1B-9142-90B8-E42615FB5F99}">
      <dgm:prSet/>
      <dgm:spPr/>
      <dgm:t>
        <a:bodyPr/>
        <a:lstStyle/>
        <a:p>
          <a:endParaRPr lang="en-US"/>
        </a:p>
      </dgm:t>
    </dgm:pt>
    <dgm:pt modelId="{1FFCE7F5-E59D-6E44-B164-04AD3519E8CF}" type="sibTrans" cxnId="{3D97B065-8A1B-9142-90B8-E42615FB5F99}">
      <dgm:prSet/>
      <dgm:spPr/>
      <dgm:t>
        <a:bodyPr/>
        <a:lstStyle/>
        <a:p>
          <a:endParaRPr lang="en-US"/>
        </a:p>
      </dgm:t>
    </dgm:pt>
    <dgm:pt modelId="{1DB3B44C-7467-AE4D-9230-CD12A1D6E611}" type="pres">
      <dgm:prSet presAssocID="{383B49E7-060F-644C-BC5D-5430754D0192}" presName="Name0" presStyleCnt="0">
        <dgm:presLayoutVars>
          <dgm:dir/>
          <dgm:animLvl val="lvl"/>
          <dgm:resizeHandles val="exact"/>
        </dgm:presLayoutVars>
      </dgm:prSet>
      <dgm:spPr/>
    </dgm:pt>
    <dgm:pt modelId="{98AD1763-7433-B141-B056-738A5FA7D5DD}" type="pres">
      <dgm:prSet presAssocID="{55A9B451-4544-CD40-86CF-64B74C06A8CF}" presName="parTxOnly" presStyleLbl="node1" presStyleIdx="0" presStyleCnt="15">
        <dgm:presLayoutVars>
          <dgm:chMax val="0"/>
          <dgm:chPref val="0"/>
          <dgm:bulletEnabled val="1"/>
        </dgm:presLayoutVars>
      </dgm:prSet>
      <dgm:spPr/>
    </dgm:pt>
    <dgm:pt modelId="{AEDD22D8-1B9A-5F49-A8EF-BF7F016DADEE}" type="pres">
      <dgm:prSet presAssocID="{1F41853B-C099-1549-855B-A62A19064C53}" presName="parTxOnlySpace" presStyleCnt="0"/>
      <dgm:spPr/>
    </dgm:pt>
    <dgm:pt modelId="{B1BA47BC-0F0D-FA45-9AD4-0D38494B05F4}" type="pres">
      <dgm:prSet presAssocID="{8179F2A2-3BFE-194B-88C5-BAD6E5A073A1}" presName="parTxOnly" presStyleLbl="node1" presStyleIdx="1" presStyleCnt="15">
        <dgm:presLayoutVars>
          <dgm:chMax val="0"/>
          <dgm:chPref val="0"/>
          <dgm:bulletEnabled val="1"/>
        </dgm:presLayoutVars>
      </dgm:prSet>
      <dgm:spPr/>
    </dgm:pt>
    <dgm:pt modelId="{9C350751-7FA4-4F4B-A3B6-52BA491F526D}" type="pres">
      <dgm:prSet presAssocID="{1EAB1701-E495-8748-8CE0-99FB822E36CD}" presName="parTxOnlySpace" presStyleCnt="0"/>
      <dgm:spPr/>
    </dgm:pt>
    <dgm:pt modelId="{0E438F55-0AD6-A94F-9469-2CA709F3A391}" type="pres">
      <dgm:prSet presAssocID="{97F26437-EB91-C941-8948-285AA53CBFE3}" presName="parTxOnly" presStyleLbl="node1" presStyleIdx="2" presStyleCnt="15">
        <dgm:presLayoutVars>
          <dgm:chMax val="0"/>
          <dgm:chPref val="0"/>
          <dgm:bulletEnabled val="1"/>
        </dgm:presLayoutVars>
      </dgm:prSet>
      <dgm:spPr/>
    </dgm:pt>
    <dgm:pt modelId="{01906495-B3BC-C145-8FD6-6BC176A4DA4F}" type="pres">
      <dgm:prSet presAssocID="{EDC0CE01-EB88-C846-8B2C-731C6E538DD8}" presName="parTxOnlySpace" presStyleCnt="0"/>
      <dgm:spPr/>
    </dgm:pt>
    <dgm:pt modelId="{3BA502E2-CAA2-EC45-90DB-2360A508B246}" type="pres">
      <dgm:prSet presAssocID="{F71DB235-0DCC-A84B-A7AB-F30119A59150}" presName="parTxOnly" presStyleLbl="node1" presStyleIdx="3" presStyleCnt="15">
        <dgm:presLayoutVars>
          <dgm:chMax val="0"/>
          <dgm:chPref val="0"/>
          <dgm:bulletEnabled val="1"/>
        </dgm:presLayoutVars>
      </dgm:prSet>
      <dgm:spPr/>
    </dgm:pt>
    <dgm:pt modelId="{3C79F8E2-D82C-AF4E-8604-4015103EC861}" type="pres">
      <dgm:prSet presAssocID="{64C1D361-86D1-A14E-8222-5B37B4C098A5}" presName="parTxOnlySpace" presStyleCnt="0"/>
      <dgm:spPr/>
    </dgm:pt>
    <dgm:pt modelId="{822CDF41-5AC2-8044-ACDA-86F871023A4E}" type="pres">
      <dgm:prSet presAssocID="{BA50D275-8F4F-C349-B3A0-CCDCF2BD1C78}" presName="parTxOnly" presStyleLbl="node1" presStyleIdx="4" presStyleCnt="15">
        <dgm:presLayoutVars>
          <dgm:chMax val="0"/>
          <dgm:chPref val="0"/>
          <dgm:bulletEnabled val="1"/>
        </dgm:presLayoutVars>
      </dgm:prSet>
      <dgm:spPr/>
    </dgm:pt>
    <dgm:pt modelId="{CF61C3E6-B444-DF46-A8E9-64D44025A2EC}" type="pres">
      <dgm:prSet presAssocID="{AC2D157D-4959-7D4A-A2B2-77A7A79E359A}" presName="parTxOnlySpace" presStyleCnt="0"/>
      <dgm:spPr/>
    </dgm:pt>
    <dgm:pt modelId="{7AD32CBD-7A4D-BA44-9643-D249691B5889}" type="pres">
      <dgm:prSet presAssocID="{07B89EDA-FEDC-EF4A-A2BF-3825B4B182BE}" presName="parTxOnly" presStyleLbl="node1" presStyleIdx="5" presStyleCnt="15">
        <dgm:presLayoutVars>
          <dgm:chMax val="0"/>
          <dgm:chPref val="0"/>
          <dgm:bulletEnabled val="1"/>
        </dgm:presLayoutVars>
      </dgm:prSet>
      <dgm:spPr/>
    </dgm:pt>
    <dgm:pt modelId="{50629EF6-4A22-1745-80F4-0F4E316DF574}" type="pres">
      <dgm:prSet presAssocID="{1EEB9379-30EF-3645-A14F-C204169AD306}" presName="parTxOnlySpace" presStyleCnt="0"/>
      <dgm:spPr/>
    </dgm:pt>
    <dgm:pt modelId="{FBC20F8B-CB96-5A41-A1C4-D3AEA594FF49}" type="pres">
      <dgm:prSet presAssocID="{8EC417A5-5ECA-C642-BD84-33F1B8C929EB}" presName="parTxOnly" presStyleLbl="node1" presStyleIdx="6" presStyleCnt="15">
        <dgm:presLayoutVars>
          <dgm:chMax val="0"/>
          <dgm:chPref val="0"/>
          <dgm:bulletEnabled val="1"/>
        </dgm:presLayoutVars>
      </dgm:prSet>
      <dgm:spPr/>
    </dgm:pt>
    <dgm:pt modelId="{62263960-F59B-464A-878B-C43BFFB0FFB8}" type="pres">
      <dgm:prSet presAssocID="{56328617-8902-D047-9B72-350CE5B73549}" presName="parTxOnlySpace" presStyleCnt="0"/>
      <dgm:spPr/>
    </dgm:pt>
    <dgm:pt modelId="{249B4738-EDE4-ED4B-A309-6878AAF0261C}" type="pres">
      <dgm:prSet presAssocID="{91F82710-BE32-3D4B-9C71-C5331B19FF80}" presName="parTxOnly" presStyleLbl="node1" presStyleIdx="7" presStyleCnt="15">
        <dgm:presLayoutVars>
          <dgm:chMax val="0"/>
          <dgm:chPref val="0"/>
          <dgm:bulletEnabled val="1"/>
        </dgm:presLayoutVars>
      </dgm:prSet>
      <dgm:spPr/>
    </dgm:pt>
    <dgm:pt modelId="{0BD00DC4-0E51-C14E-9053-433AC904BF6F}" type="pres">
      <dgm:prSet presAssocID="{9223479E-2F3A-754B-BE86-CD4C9CB93FFD}" presName="parTxOnlySpace" presStyleCnt="0"/>
      <dgm:spPr/>
    </dgm:pt>
    <dgm:pt modelId="{7FC1DEBC-F4F9-854F-9E20-0C57932D8052}" type="pres">
      <dgm:prSet presAssocID="{3F3B1D5A-3987-AC40-AF8A-15B1680A69BB}" presName="parTxOnly" presStyleLbl="node1" presStyleIdx="8" presStyleCnt="15">
        <dgm:presLayoutVars>
          <dgm:chMax val="0"/>
          <dgm:chPref val="0"/>
          <dgm:bulletEnabled val="1"/>
        </dgm:presLayoutVars>
      </dgm:prSet>
      <dgm:spPr/>
    </dgm:pt>
    <dgm:pt modelId="{748DC326-5658-6047-AE99-7AA7AA52A126}" type="pres">
      <dgm:prSet presAssocID="{A7E3D629-F759-0B4A-A5D1-FD032E0FFDA9}" presName="parTxOnlySpace" presStyleCnt="0"/>
      <dgm:spPr/>
    </dgm:pt>
    <dgm:pt modelId="{B58CF005-4B43-404F-A643-1100E2CF81FF}" type="pres">
      <dgm:prSet presAssocID="{CB61C2F8-4717-1F4E-8B8F-B05820899B2D}" presName="parTxOnly" presStyleLbl="node1" presStyleIdx="9" presStyleCnt="15">
        <dgm:presLayoutVars>
          <dgm:chMax val="0"/>
          <dgm:chPref val="0"/>
          <dgm:bulletEnabled val="1"/>
        </dgm:presLayoutVars>
      </dgm:prSet>
      <dgm:spPr/>
    </dgm:pt>
    <dgm:pt modelId="{5EC0042B-C20B-FC4A-B560-10BBA34B2CDA}" type="pres">
      <dgm:prSet presAssocID="{30BCCF76-6BCD-2F47-BEE3-5370BE1B9D58}" presName="parTxOnlySpace" presStyleCnt="0"/>
      <dgm:spPr/>
    </dgm:pt>
    <dgm:pt modelId="{254FE932-5757-1649-9288-34D642215104}" type="pres">
      <dgm:prSet presAssocID="{B4342578-ED3C-3A41-92D4-B7341347451C}" presName="parTxOnly" presStyleLbl="node1" presStyleIdx="10" presStyleCnt="15">
        <dgm:presLayoutVars>
          <dgm:chMax val="0"/>
          <dgm:chPref val="0"/>
          <dgm:bulletEnabled val="1"/>
        </dgm:presLayoutVars>
      </dgm:prSet>
      <dgm:spPr/>
    </dgm:pt>
    <dgm:pt modelId="{1C0FCD38-740B-054B-A965-61B6553715D9}" type="pres">
      <dgm:prSet presAssocID="{6B2FB71E-3131-9B4E-903B-C3BB252F037B}" presName="parTxOnlySpace" presStyleCnt="0"/>
      <dgm:spPr/>
    </dgm:pt>
    <dgm:pt modelId="{A3542E8E-E5B7-BC42-88BB-71AC327F58BE}" type="pres">
      <dgm:prSet presAssocID="{0D734B6A-8DDD-B44E-A020-5E19B25EE570}" presName="parTxOnly" presStyleLbl="node1" presStyleIdx="11" presStyleCnt="15">
        <dgm:presLayoutVars>
          <dgm:chMax val="0"/>
          <dgm:chPref val="0"/>
          <dgm:bulletEnabled val="1"/>
        </dgm:presLayoutVars>
      </dgm:prSet>
      <dgm:spPr/>
    </dgm:pt>
    <dgm:pt modelId="{4943BA2F-24F6-F544-8574-444F72E4FF73}" type="pres">
      <dgm:prSet presAssocID="{1FFCE7F5-E59D-6E44-B164-04AD3519E8CF}" presName="parTxOnlySpace" presStyleCnt="0"/>
      <dgm:spPr/>
    </dgm:pt>
    <dgm:pt modelId="{D3155EBB-4AB3-9044-830F-968F5A0CCC14}" type="pres">
      <dgm:prSet presAssocID="{8C88137A-FB47-6849-AB96-E042C04E93AC}" presName="parTxOnly" presStyleLbl="node1" presStyleIdx="12" presStyleCnt="15">
        <dgm:presLayoutVars>
          <dgm:chMax val="0"/>
          <dgm:chPref val="0"/>
          <dgm:bulletEnabled val="1"/>
        </dgm:presLayoutVars>
      </dgm:prSet>
      <dgm:spPr/>
    </dgm:pt>
    <dgm:pt modelId="{CEF6C9BE-8CFB-D54A-93BE-C057CA6624BF}" type="pres">
      <dgm:prSet presAssocID="{836F8D54-0F54-7548-8BB7-F3718F4CCCDB}" presName="parTxOnlySpace" presStyleCnt="0"/>
      <dgm:spPr/>
    </dgm:pt>
    <dgm:pt modelId="{ED23E062-CC08-4E42-B04F-F2F15BDA8DA9}" type="pres">
      <dgm:prSet presAssocID="{7AB8539C-E848-114A-ACEB-A5D718CA1FBE}" presName="parTxOnly" presStyleLbl="node1" presStyleIdx="13" presStyleCnt="15">
        <dgm:presLayoutVars>
          <dgm:chMax val="0"/>
          <dgm:chPref val="0"/>
          <dgm:bulletEnabled val="1"/>
        </dgm:presLayoutVars>
      </dgm:prSet>
      <dgm:spPr/>
    </dgm:pt>
    <dgm:pt modelId="{334AA6BA-E7C9-1A4D-A50C-3F7B80422562}" type="pres">
      <dgm:prSet presAssocID="{DD4859AC-0598-9045-B67F-8C7A8FA02D00}" presName="parTxOnlySpace" presStyleCnt="0"/>
      <dgm:spPr/>
    </dgm:pt>
    <dgm:pt modelId="{14380ECD-5DE7-9B4E-B007-8EC6BE6A58F0}" type="pres">
      <dgm:prSet presAssocID="{E78953A3-7F01-D843-A46D-AF50935AE038}" presName="parTxOnly" presStyleLbl="node1" presStyleIdx="14" presStyleCnt="15">
        <dgm:presLayoutVars>
          <dgm:chMax val="0"/>
          <dgm:chPref val="0"/>
          <dgm:bulletEnabled val="1"/>
        </dgm:presLayoutVars>
      </dgm:prSet>
      <dgm:spPr/>
    </dgm:pt>
  </dgm:ptLst>
  <dgm:cxnLst>
    <dgm:cxn modelId="{C05F3A0A-5659-2941-8F88-1AC502A0A31C}" srcId="{383B49E7-060F-644C-BC5D-5430754D0192}" destId="{8EC417A5-5ECA-C642-BD84-33F1B8C929EB}" srcOrd="6" destOrd="0" parTransId="{E05B9C70-9B70-0F47-BC9E-882FE9B85365}" sibTransId="{56328617-8902-D047-9B72-350CE5B73549}"/>
    <dgm:cxn modelId="{644A940B-55CC-2343-B4D8-15237CF9B04E}" type="presOf" srcId="{3F3B1D5A-3987-AC40-AF8A-15B1680A69BB}" destId="{7FC1DEBC-F4F9-854F-9E20-0C57932D8052}" srcOrd="0" destOrd="0" presId="urn:microsoft.com/office/officeart/2005/8/layout/chevron1"/>
    <dgm:cxn modelId="{F3D2E313-E8DC-3C4F-BB73-CDAD489E04AA}" type="presOf" srcId="{BA50D275-8F4F-C349-B3A0-CCDCF2BD1C78}" destId="{822CDF41-5AC2-8044-ACDA-86F871023A4E}" srcOrd="0" destOrd="0" presId="urn:microsoft.com/office/officeart/2005/8/layout/chevron1"/>
    <dgm:cxn modelId="{2DC7FE16-53FB-2F40-ADEA-8BC71008CF93}" srcId="{383B49E7-060F-644C-BC5D-5430754D0192}" destId="{BA50D275-8F4F-C349-B3A0-CCDCF2BD1C78}" srcOrd="4" destOrd="0" parTransId="{D85A3E4F-5789-4741-B4B6-8B2F8B429ACF}" sibTransId="{AC2D157D-4959-7D4A-A2B2-77A7A79E359A}"/>
    <dgm:cxn modelId="{EF1B8C26-F5B5-A143-AD69-9595F4DDC5E4}" type="presOf" srcId="{8179F2A2-3BFE-194B-88C5-BAD6E5A073A1}" destId="{B1BA47BC-0F0D-FA45-9AD4-0D38494B05F4}" srcOrd="0" destOrd="0" presId="urn:microsoft.com/office/officeart/2005/8/layout/chevron1"/>
    <dgm:cxn modelId="{A61DCE28-25FE-8E45-97D8-C44E43357D99}" srcId="{383B49E7-060F-644C-BC5D-5430754D0192}" destId="{E78953A3-7F01-D843-A46D-AF50935AE038}" srcOrd="14" destOrd="0" parTransId="{21D38BDB-4B32-2240-B1B7-67F252AF925C}" sibTransId="{734A9093-79A1-ED4E-8498-F4A22161B161}"/>
    <dgm:cxn modelId="{982B4330-5C56-584D-8AE8-298D70F2B9BD}" srcId="{383B49E7-060F-644C-BC5D-5430754D0192}" destId="{8179F2A2-3BFE-194B-88C5-BAD6E5A073A1}" srcOrd="1" destOrd="0" parTransId="{A9494E38-3C5A-F345-A083-78B3A804FA28}" sibTransId="{1EAB1701-E495-8748-8CE0-99FB822E36CD}"/>
    <dgm:cxn modelId="{5685B630-8320-2E4E-807E-2992BC1F389A}" srcId="{383B49E7-060F-644C-BC5D-5430754D0192}" destId="{55A9B451-4544-CD40-86CF-64B74C06A8CF}" srcOrd="0" destOrd="0" parTransId="{E3A237FF-AD55-3347-A71E-4611FEBF3624}" sibTransId="{1F41853B-C099-1549-855B-A62A19064C53}"/>
    <dgm:cxn modelId="{C8028D3E-0B71-654B-B094-8FC0ED5CFC6F}" type="presOf" srcId="{F71DB235-0DCC-A84B-A7AB-F30119A59150}" destId="{3BA502E2-CAA2-EC45-90DB-2360A508B246}" srcOrd="0" destOrd="0" presId="urn:microsoft.com/office/officeart/2005/8/layout/chevron1"/>
    <dgm:cxn modelId="{CCC89A3E-7FD6-2140-B478-4717506A0D67}" srcId="{383B49E7-060F-644C-BC5D-5430754D0192}" destId="{91F82710-BE32-3D4B-9C71-C5331B19FF80}" srcOrd="7" destOrd="0" parTransId="{EDC106BE-FE96-3645-9217-B1C2EDB97D69}" sibTransId="{9223479E-2F3A-754B-BE86-CD4C9CB93FFD}"/>
    <dgm:cxn modelId="{F718814F-ED40-4643-B715-2BE034D6EC0B}" type="presOf" srcId="{CB61C2F8-4717-1F4E-8B8F-B05820899B2D}" destId="{B58CF005-4B43-404F-A643-1100E2CF81FF}" srcOrd="0" destOrd="0" presId="urn:microsoft.com/office/officeart/2005/8/layout/chevron1"/>
    <dgm:cxn modelId="{B8BB7F53-4ACC-4A4A-8AD2-E12733E47998}" type="presOf" srcId="{97F26437-EB91-C941-8948-285AA53CBFE3}" destId="{0E438F55-0AD6-A94F-9469-2CA709F3A391}" srcOrd="0" destOrd="0" presId="urn:microsoft.com/office/officeart/2005/8/layout/chevron1"/>
    <dgm:cxn modelId="{D95B115C-6645-6644-8CB4-76113BA69D43}" type="presOf" srcId="{383B49E7-060F-644C-BC5D-5430754D0192}" destId="{1DB3B44C-7467-AE4D-9230-CD12A1D6E611}" srcOrd="0" destOrd="0" presId="urn:microsoft.com/office/officeart/2005/8/layout/chevron1"/>
    <dgm:cxn modelId="{3D97B065-8A1B-9142-90B8-E42615FB5F99}" srcId="{383B49E7-060F-644C-BC5D-5430754D0192}" destId="{0D734B6A-8DDD-B44E-A020-5E19B25EE570}" srcOrd="11" destOrd="0" parTransId="{8A94BF15-5723-E24C-A9C0-E2A3A7952ED4}" sibTransId="{1FFCE7F5-E59D-6E44-B164-04AD3519E8CF}"/>
    <dgm:cxn modelId="{02C6DC66-8C7A-A040-954D-0709300A1421}" srcId="{383B49E7-060F-644C-BC5D-5430754D0192}" destId="{7AB8539C-E848-114A-ACEB-A5D718CA1FBE}" srcOrd="13" destOrd="0" parTransId="{08D983F0-B3B5-9D48-A488-7E516045327D}" sibTransId="{DD4859AC-0598-9045-B67F-8C7A8FA02D00}"/>
    <dgm:cxn modelId="{61AF466A-E759-324B-BE3A-F22F2DFB7106}" srcId="{383B49E7-060F-644C-BC5D-5430754D0192}" destId="{8C88137A-FB47-6849-AB96-E042C04E93AC}" srcOrd="12" destOrd="0" parTransId="{DFCD612F-8B90-F04A-9B84-E640D114B9D4}" sibTransId="{836F8D54-0F54-7548-8BB7-F3718F4CCCDB}"/>
    <dgm:cxn modelId="{9EEB656E-0493-444A-864F-C012B33C1B10}" type="presOf" srcId="{B4342578-ED3C-3A41-92D4-B7341347451C}" destId="{254FE932-5757-1649-9288-34D642215104}" srcOrd="0" destOrd="0" presId="urn:microsoft.com/office/officeart/2005/8/layout/chevron1"/>
    <dgm:cxn modelId="{C37D7773-4CF6-2E4D-894B-1D0F3D40093A}" type="presOf" srcId="{8EC417A5-5ECA-C642-BD84-33F1B8C929EB}" destId="{FBC20F8B-CB96-5A41-A1C4-D3AEA594FF49}" srcOrd="0" destOrd="0" presId="urn:microsoft.com/office/officeart/2005/8/layout/chevron1"/>
    <dgm:cxn modelId="{0B384E75-A29B-294C-9F82-B524A0804350}" type="presOf" srcId="{E78953A3-7F01-D843-A46D-AF50935AE038}" destId="{14380ECD-5DE7-9B4E-B007-8EC6BE6A58F0}" srcOrd="0" destOrd="0" presId="urn:microsoft.com/office/officeart/2005/8/layout/chevron1"/>
    <dgm:cxn modelId="{F4E68A7A-3D51-7D49-8DBB-9803B3F7CB66}" type="presOf" srcId="{7AB8539C-E848-114A-ACEB-A5D718CA1FBE}" destId="{ED23E062-CC08-4E42-B04F-F2F15BDA8DA9}" srcOrd="0" destOrd="0" presId="urn:microsoft.com/office/officeart/2005/8/layout/chevron1"/>
    <dgm:cxn modelId="{BE1FCD7B-3F7D-FE4D-AB6E-D95D78A8E35D}" srcId="{383B49E7-060F-644C-BC5D-5430754D0192}" destId="{F71DB235-0DCC-A84B-A7AB-F30119A59150}" srcOrd="3" destOrd="0" parTransId="{E5FF5F4F-25C7-FF4F-82F8-2A69E4A3EE82}" sibTransId="{64C1D361-86D1-A14E-8222-5B37B4C098A5}"/>
    <dgm:cxn modelId="{A3825682-2DC5-7943-B118-FE593E849708}" type="presOf" srcId="{07B89EDA-FEDC-EF4A-A2BF-3825B4B182BE}" destId="{7AD32CBD-7A4D-BA44-9643-D249691B5889}" srcOrd="0" destOrd="0" presId="urn:microsoft.com/office/officeart/2005/8/layout/chevron1"/>
    <dgm:cxn modelId="{A49C0C92-32B2-8045-A695-EC7E25731D65}" type="presOf" srcId="{0D734B6A-8DDD-B44E-A020-5E19B25EE570}" destId="{A3542E8E-E5B7-BC42-88BB-71AC327F58BE}" srcOrd="0" destOrd="0" presId="urn:microsoft.com/office/officeart/2005/8/layout/chevron1"/>
    <dgm:cxn modelId="{06281C9B-EC5C-BD44-B5BF-D7240718C49B}" type="presOf" srcId="{55A9B451-4544-CD40-86CF-64B74C06A8CF}" destId="{98AD1763-7433-B141-B056-738A5FA7D5DD}" srcOrd="0" destOrd="0" presId="urn:microsoft.com/office/officeart/2005/8/layout/chevron1"/>
    <dgm:cxn modelId="{B1F354AF-2517-D643-BD9F-4E6E1597FA3D}" srcId="{383B49E7-060F-644C-BC5D-5430754D0192}" destId="{97F26437-EB91-C941-8948-285AA53CBFE3}" srcOrd="2" destOrd="0" parTransId="{C6A6C469-862E-9340-92BD-B09588B78FAF}" sibTransId="{EDC0CE01-EB88-C846-8B2C-731C6E538DD8}"/>
    <dgm:cxn modelId="{DC4D3DBB-ECEC-884B-B9FD-18128F9ABA3B}" srcId="{383B49E7-060F-644C-BC5D-5430754D0192}" destId="{3F3B1D5A-3987-AC40-AF8A-15B1680A69BB}" srcOrd="8" destOrd="0" parTransId="{1D7E3CB1-1FFD-3D4C-8102-1ADD7CAAEE15}" sibTransId="{A7E3D629-F759-0B4A-A5D1-FD032E0FFDA9}"/>
    <dgm:cxn modelId="{4578A2BF-913F-4946-805B-A247D3514B60}" srcId="{383B49E7-060F-644C-BC5D-5430754D0192}" destId="{B4342578-ED3C-3A41-92D4-B7341347451C}" srcOrd="10" destOrd="0" parTransId="{133BADAA-5036-874D-8356-05C2BFA251E7}" sibTransId="{6B2FB71E-3131-9B4E-903B-C3BB252F037B}"/>
    <dgm:cxn modelId="{AD1AB2CA-2F36-394E-B155-771AD472518B}" srcId="{383B49E7-060F-644C-BC5D-5430754D0192}" destId="{CB61C2F8-4717-1F4E-8B8F-B05820899B2D}" srcOrd="9" destOrd="0" parTransId="{AB4E4420-9260-1A4F-90E2-A909E285073E}" sibTransId="{30BCCF76-6BCD-2F47-BEE3-5370BE1B9D58}"/>
    <dgm:cxn modelId="{F7C02DCF-ABCB-5345-B95F-8A4A9E1057D0}" srcId="{383B49E7-060F-644C-BC5D-5430754D0192}" destId="{07B89EDA-FEDC-EF4A-A2BF-3825B4B182BE}" srcOrd="5" destOrd="0" parTransId="{AB099CFD-F311-5E45-8DA9-AFC1E2B6233C}" sibTransId="{1EEB9379-30EF-3645-A14F-C204169AD306}"/>
    <dgm:cxn modelId="{E6B05DD5-B3A9-B541-A1E9-7988C8C6DCA4}" type="presOf" srcId="{8C88137A-FB47-6849-AB96-E042C04E93AC}" destId="{D3155EBB-4AB3-9044-830F-968F5A0CCC14}" srcOrd="0" destOrd="0" presId="urn:microsoft.com/office/officeart/2005/8/layout/chevron1"/>
    <dgm:cxn modelId="{F21352F1-4913-8247-A409-71B781866AA3}" type="presOf" srcId="{91F82710-BE32-3D4B-9C71-C5331B19FF80}" destId="{249B4738-EDE4-ED4B-A309-6878AAF0261C}" srcOrd="0" destOrd="0" presId="urn:microsoft.com/office/officeart/2005/8/layout/chevron1"/>
    <dgm:cxn modelId="{7D3170D2-D39B-B641-8FA6-017A8A5FED80}" type="presParOf" srcId="{1DB3B44C-7467-AE4D-9230-CD12A1D6E611}" destId="{98AD1763-7433-B141-B056-738A5FA7D5DD}" srcOrd="0" destOrd="0" presId="urn:microsoft.com/office/officeart/2005/8/layout/chevron1"/>
    <dgm:cxn modelId="{3FEBF428-7FD6-A345-AE2F-239F880FAF65}" type="presParOf" srcId="{1DB3B44C-7467-AE4D-9230-CD12A1D6E611}" destId="{AEDD22D8-1B9A-5F49-A8EF-BF7F016DADEE}" srcOrd="1" destOrd="0" presId="urn:microsoft.com/office/officeart/2005/8/layout/chevron1"/>
    <dgm:cxn modelId="{70E42528-83E8-BF4E-8BAB-0D56E0BC41C3}" type="presParOf" srcId="{1DB3B44C-7467-AE4D-9230-CD12A1D6E611}" destId="{B1BA47BC-0F0D-FA45-9AD4-0D38494B05F4}" srcOrd="2" destOrd="0" presId="urn:microsoft.com/office/officeart/2005/8/layout/chevron1"/>
    <dgm:cxn modelId="{89B9338E-79E9-EC4C-8991-946985913C7B}" type="presParOf" srcId="{1DB3B44C-7467-AE4D-9230-CD12A1D6E611}" destId="{9C350751-7FA4-4F4B-A3B6-52BA491F526D}" srcOrd="3" destOrd="0" presId="urn:microsoft.com/office/officeart/2005/8/layout/chevron1"/>
    <dgm:cxn modelId="{4214EB5F-5BA2-9B47-BB27-67033161F92D}" type="presParOf" srcId="{1DB3B44C-7467-AE4D-9230-CD12A1D6E611}" destId="{0E438F55-0AD6-A94F-9469-2CA709F3A391}" srcOrd="4" destOrd="0" presId="urn:microsoft.com/office/officeart/2005/8/layout/chevron1"/>
    <dgm:cxn modelId="{EADE1F64-480E-A84A-9888-A69A12C6E82B}" type="presParOf" srcId="{1DB3B44C-7467-AE4D-9230-CD12A1D6E611}" destId="{01906495-B3BC-C145-8FD6-6BC176A4DA4F}" srcOrd="5" destOrd="0" presId="urn:microsoft.com/office/officeart/2005/8/layout/chevron1"/>
    <dgm:cxn modelId="{E0302FCF-D088-334C-905A-0EF1614C61F0}" type="presParOf" srcId="{1DB3B44C-7467-AE4D-9230-CD12A1D6E611}" destId="{3BA502E2-CAA2-EC45-90DB-2360A508B246}" srcOrd="6" destOrd="0" presId="urn:microsoft.com/office/officeart/2005/8/layout/chevron1"/>
    <dgm:cxn modelId="{D99B4A3B-BBF0-BE4C-87B4-5A5F24B21F69}" type="presParOf" srcId="{1DB3B44C-7467-AE4D-9230-CD12A1D6E611}" destId="{3C79F8E2-D82C-AF4E-8604-4015103EC861}" srcOrd="7" destOrd="0" presId="urn:microsoft.com/office/officeart/2005/8/layout/chevron1"/>
    <dgm:cxn modelId="{16D4952A-09A4-CF45-A037-D59930A4178E}" type="presParOf" srcId="{1DB3B44C-7467-AE4D-9230-CD12A1D6E611}" destId="{822CDF41-5AC2-8044-ACDA-86F871023A4E}" srcOrd="8" destOrd="0" presId="urn:microsoft.com/office/officeart/2005/8/layout/chevron1"/>
    <dgm:cxn modelId="{E6A7EC62-B10C-A541-A5D9-217DF823EBF3}" type="presParOf" srcId="{1DB3B44C-7467-AE4D-9230-CD12A1D6E611}" destId="{CF61C3E6-B444-DF46-A8E9-64D44025A2EC}" srcOrd="9" destOrd="0" presId="urn:microsoft.com/office/officeart/2005/8/layout/chevron1"/>
    <dgm:cxn modelId="{3FD2C79C-5FCE-AB45-8A82-D285B45CE63E}" type="presParOf" srcId="{1DB3B44C-7467-AE4D-9230-CD12A1D6E611}" destId="{7AD32CBD-7A4D-BA44-9643-D249691B5889}" srcOrd="10" destOrd="0" presId="urn:microsoft.com/office/officeart/2005/8/layout/chevron1"/>
    <dgm:cxn modelId="{01E69B91-CB3F-EB43-9B93-8A5BC47601B2}" type="presParOf" srcId="{1DB3B44C-7467-AE4D-9230-CD12A1D6E611}" destId="{50629EF6-4A22-1745-80F4-0F4E316DF574}" srcOrd="11" destOrd="0" presId="urn:microsoft.com/office/officeart/2005/8/layout/chevron1"/>
    <dgm:cxn modelId="{75971728-EEF0-9344-AE0B-0DAADB63C9C3}" type="presParOf" srcId="{1DB3B44C-7467-AE4D-9230-CD12A1D6E611}" destId="{FBC20F8B-CB96-5A41-A1C4-D3AEA594FF49}" srcOrd="12" destOrd="0" presId="urn:microsoft.com/office/officeart/2005/8/layout/chevron1"/>
    <dgm:cxn modelId="{938CCA80-94F6-E94F-94E3-F0DDDA0F8C2F}" type="presParOf" srcId="{1DB3B44C-7467-AE4D-9230-CD12A1D6E611}" destId="{62263960-F59B-464A-878B-C43BFFB0FFB8}" srcOrd="13" destOrd="0" presId="urn:microsoft.com/office/officeart/2005/8/layout/chevron1"/>
    <dgm:cxn modelId="{2F8E4F74-913C-A148-B95F-BCEA864BE2DD}" type="presParOf" srcId="{1DB3B44C-7467-AE4D-9230-CD12A1D6E611}" destId="{249B4738-EDE4-ED4B-A309-6878AAF0261C}" srcOrd="14" destOrd="0" presId="urn:microsoft.com/office/officeart/2005/8/layout/chevron1"/>
    <dgm:cxn modelId="{0718D082-F22D-A246-98EE-44D7BDC38497}" type="presParOf" srcId="{1DB3B44C-7467-AE4D-9230-CD12A1D6E611}" destId="{0BD00DC4-0E51-C14E-9053-433AC904BF6F}" srcOrd="15" destOrd="0" presId="urn:microsoft.com/office/officeart/2005/8/layout/chevron1"/>
    <dgm:cxn modelId="{B6396910-21AA-8C47-B943-B3A530E66011}" type="presParOf" srcId="{1DB3B44C-7467-AE4D-9230-CD12A1D6E611}" destId="{7FC1DEBC-F4F9-854F-9E20-0C57932D8052}" srcOrd="16" destOrd="0" presId="urn:microsoft.com/office/officeart/2005/8/layout/chevron1"/>
    <dgm:cxn modelId="{1613DC01-57C3-0F46-8C52-69BF5493D5B3}" type="presParOf" srcId="{1DB3B44C-7467-AE4D-9230-CD12A1D6E611}" destId="{748DC326-5658-6047-AE99-7AA7AA52A126}" srcOrd="17" destOrd="0" presId="urn:microsoft.com/office/officeart/2005/8/layout/chevron1"/>
    <dgm:cxn modelId="{5B4D19D2-D795-F14C-8203-6F79CF2E7442}" type="presParOf" srcId="{1DB3B44C-7467-AE4D-9230-CD12A1D6E611}" destId="{B58CF005-4B43-404F-A643-1100E2CF81FF}" srcOrd="18" destOrd="0" presId="urn:microsoft.com/office/officeart/2005/8/layout/chevron1"/>
    <dgm:cxn modelId="{5BB02F4A-51F1-FB48-B087-A98BAA6A4DDF}" type="presParOf" srcId="{1DB3B44C-7467-AE4D-9230-CD12A1D6E611}" destId="{5EC0042B-C20B-FC4A-B560-10BBA34B2CDA}" srcOrd="19" destOrd="0" presId="urn:microsoft.com/office/officeart/2005/8/layout/chevron1"/>
    <dgm:cxn modelId="{93957FE4-B898-8441-8F3B-FB0E5A720170}" type="presParOf" srcId="{1DB3B44C-7467-AE4D-9230-CD12A1D6E611}" destId="{254FE932-5757-1649-9288-34D642215104}" srcOrd="20" destOrd="0" presId="urn:microsoft.com/office/officeart/2005/8/layout/chevron1"/>
    <dgm:cxn modelId="{B9ABEB5C-867E-AA4A-986D-37A180F4051D}" type="presParOf" srcId="{1DB3B44C-7467-AE4D-9230-CD12A1D6E611}" destId="{1C0FCD38-740B-054B-A965-61B6553715D9}" srcOrd="21" destOrd="0" presId="urn:microsoft.com/office/officeart/2005/8/layout/chevron1"/>
    <dgm:cxn modelId="{A3DE7B9C-049B-9940-B7CE-461ACD498364}" type="presParOf" srcId="{1DB3B44C-7467-AE4D-9230-CD12A1D6E611}" destId="{A3542E8E-E5B7-BC42-88BB-71AC327F58BE}" srcOrd="22" destOrd="0" presId="urn:microsoft.com/office/officeart/2005/8/layout/chevron1"/>
    <dgm:cxn modelId="{072C9F40-7F55-F548-91B6-4FDE8BB29EB1}" type="presParOf" srcId="{1DB3B44C-7467-AE4D-9230-CD12A1D6E611}" destId="{4943BA2F-24F6-F544-8574-444F72E4FF73}" srcOrd="23" destOrd="0" presId="urn:microsoft.com/office/officeart/2005/8/layout/chevron1"/>
    <dgm:cxn modelId="{79919DF4-A4FF-B44F-8711-060CAF543C65}" type="presParOf" srcId="{1DB3B44C-7467-AE4D-9230-CD12A1D6E611}" destId="{D3155EBB-4AB3-9044-830F-968F5A0CCC14}" srcOrd="24" destOrd="0" presId="urn:microsoft.com/office/officeart/2005/8/layout/chevron1"/>
    <dgm:cxn modelId="{16983F47-3041-B948-AC2F-3869B7A5B58D}" type="presParOf" srcId="{1DB3B44C-7467-AE4D-9230-CD12A1D6E611}" destId="{CEF6C9BE-8CFB-D54A-93BE-C057CA6624BF}" srcOrd="25" destOrd="0" presId="urn:microsoft.com/office/officeart/2005/8/layout/chevron1"/>
    <dgm:cxn modelId="{B3223BA9-6082-5346-9DA7-600EA8C9932C}" type="presParOf" srcId="{1DB3B44C-7467-AE4D-9230-CD12A1D6E611}" destId="{ED23E062-CC08-4E42-B04F-F2F15BDA8DA9}" srcOrd="26" destOrd="0" presId="urn:microsoft.com/office/officeart/2005/8/layout/chevron1"/>
    <dgm:cxn modelId="{FC0C3235-02B1-2D41-A6B2-5928096E2B9B}" type="presParOf" srcId="{1DB3B44C-7467-AE4D-9230-CD12A1D6E611}" destId="{334AA6BA-E7C9-1A4D-A50C-3F7B80422562}" srcOrd="27" destOrd="0" presId="urn:microsoft.com/office/officeart/2005/8/layout/chevron1"/>
    <dgm:cxn modelId="{5B877B3C-22D5-5D44-A547-37B17CBDFEAE}" type="presParOf" srcId="{1DB3B44C-7467-AE4D-9230-CD12A1D6E611}" destId="{14380ECD-5DE7-9B4E-B007-8EC6BE6A58F0}" srcOrd="2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83B49E7-060F-644C-BC5D-5430754D0192}" type="doc">
      <dgm:prSet loTypeId="urn:microsoft.com/office/officeart/2005/8/layout/chevron1" loCatId="" qsTypeId="urn:microsoft.com/office/officeart/2005/8/quickstyle/simple1" qsCatId="simple" csTypeId="urn:microsoft.com/office/officeart/2005/8/colors/accent1_2" csCatId="accent1" phldr="1"/>
      <dgm:spPr/>
    </dgm:pt>
    <dgm:pt modelId="{55A9B451-4544-CD40-86CF-64B74C06A8CF}">
      <dgm:prSet phldrT="[Text]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Issue Identification</a:t>
          </a:r>
        </a:p>
      </dgm:t>
    </dgm:pt>
    <dgm:pt modelId="{E3A237FF-AD55-3347-A71E-4611FEBF3624}" type="parTrans" cxnId="{5685B630-8320-2E4E-807E-2992BC1F389A}">
      <dgm:prSet/>
      <dgm:spPr/>
      <dgm:t>
        <a:bodyPr/>
        <a:lstStyle/>
        <a:p>
          <a:endParaRPr lang="en-US"/>
        </a:p>
      </dgm:t>
    </dgm:pt>
    <dgm:pt modelId="{1F41853B-C099-1549-855B-A62A19064C53}" type="sibTrans" cxnId="{5685B630-8320-2E4E-807E-2992BC1F389A}">
      <dgm:prSet/>
      <dgm:spPr/>
      <dgm:t>
        <a:bodyPr/>
        <a:lstStyle/>
        <a:p>
          <a:endParaRPr lang="en-US"/>
        </a:p>
      </dgm:t>
    </dgm:pt>
    <dgm:pt modelId="{70D8BCEE-4BB8-8047-90D3-1F1D26FAF263}">
      <dgm:prSet phldrT="[Text]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Issue(s) Creation</a:t>
          </a:r>
        </a:p>
      </dgm:t>
    </dgm:pt>
    <dgm:pt modelId="{139E1A46-36C2-C440-B9A2-D5E2D3FB0EF1}" type="parTrans" cxnId="{D91E424C-46CE-D84F-9EE9-14A40F8D50D9}">
      <dgm:prSet/>
      <dgm:spPr/>
      <dgm:t>
        <a:bodyPr/>
        <a:lstStyle/>
        <a:p>
          <a:endParaRPr lang="en-US"/>
        </a:p>
      </dgm:t>
    </dgm:pt>
    <dgm:pt modelId="{33467430-74C2-064D-8FBF-025D3B2B0C44}" type="sibTrans" cxnId="{D91E424C-46CE-D84F-9EE9-14A40F8D50D9}">
      <dgm:prSet/>
      <dgm:spPr/>
      <dgm:t>
        <a:bodyPr/>
        <a:lstStyle/>
        <a:p>
          <a:endParaRPr lang="en-US"/>
        </a:p>
      </dgm:t>
    </dgm:pt>
    <dgm:pt modelId="{9E4EC424-255E-D748-AA7A-2F4C7C12F00A}">
      <dgm:prSet phldrT="[Text]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Issue Assignment</a:t>
          </a:r>
        </a:p>
      </dgm:t>
    </dgm:pt>
    <dgm:pt modelId="{8B448E92-BE43-8349-993F-A8E80426D891}" type="parTrans" cxnId="{6C9659F5-7786-754E-B739-2AA4F61E171A}">
      <dgm:prSet/>
      <dgm:spPr/>
      <dgm:t>
        <a:bodyPr/>
        <a:lstStyle/>
        <a:p>
          <a:endParaRPr lang="en-US"/>
        </a:p>
      </dgm:t>
    </dgm:pt>
    <dgm:pt modelId="{023A9A89-5193-DA44-9515-1B47BF7054FC}" type="sibTrans" cxnId="{6C9659F5-7786-754E-B739-2AA4F61E171A}">
      <dgm:prSet/>
      <dgm:spPr/>
      <dgm:t>
        <a:bodyPr/>
        <a:lstStyle/>
        <a:p>
          <a:endParaRPr lang="en-US"/>
        </a:p>
      </dgm:t>
    </dgm:pt>
    <dgm:pt modelId="{3F35C2BF-EF07-C241-A722-EA53BD6F619F}">
      <dgm:prSet phldrT="[Text]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Code Creation</a:t>
          </a:r>
        </a:p>
      </dgm:t>
    </dgm:pt>
    <dgm:pt modelId="{1BB256A6-5146-F64B-92B8-3F481A775723}" type="parTrans" cxnId="{45A740DC-EC8D-3E4B-8671-C4C19E6A6924}">
      <dgm:prSet/>
      <dgm:spPr/>
      <dgm:t>
        <a:bodyPr/>
        <a:lstStyle/>
        <a:p>
          <a:endParaRPr lang="en-US"/>
        </a:p>
      </dgm:t>
    </dgm:pt>
    <dgm:pt modelId="{50072B60-5C3A-FB4D-B3BE-5DCBB20C510B}" type="sibTrans" cxnId="{45A740DC-EC8D-3E4B-8671-C4C19E6A6924}">
      <dgm:prSet/>
      <dgm:spPr/>
      <dgm:t>
        <a:bodyPr/>
        <a:lstStyle/>
        <a:p>
          <a:endParaRPr lang="en-US"/>
        </a:p>
      </dgm:t>
    </dgm:pt>
    <dgm:pt modelId="{AB7141EF-4A6B-884C-B85F-A03DE1C2B55A}">
      <dgm:prSet phldrT="[Text]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Issue Prioritization</a:t>
          </a:r>
        </a:p>
      </dgm:t>
    </dgm:pt>
    <dgm:pt modelId="{3DDD9623-E588-924C-BB5F-D2C81E312F39}" type="parTrans" cxnId="{0F78AF8A-E654-3846-A9FF-7E1E68F59844}">
      <dgm:prSet/>
      <dgm:spPr/>
      <dgm:t>
        <a:bodyPr/>
        <a:lstStyle/>
        <a:p>
          <a:endParaRPr lang="en-US"/>
        </a:p>
      </dgm:t>
    </dgm:pt>
    <dgm:pt modelId="{CE86A239-5C72-A142-9A18-FCE4B3D5E091}" type="sibTrans" cxnId="{0F78AF8A-E654-3846-A9FF-7E1E68F59844}">
      <dgm:prSet/>
      <dgm:spPr/>
      <dgm:t>
        <a:bodyPr/>
        <a:lstStyle/>
        <a:p>
          <a:endParaRPr lang="en-US"/>
        </a:p>
      </dgm:t>
    </dgm:pt>
    <dgm:pt modelId="{9AD7F6FA-000A-8746-8618-72DA676BDAAE}">
      <dgm:prSet phldrT="[Text]"/>
      <dgm:spPr>
        <a:solidFill>
          <a:srgbClr val="C0000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Code testing</a:t>
          </a:r>
        </a:p>
      </dgm:t>
    </dgm:pt>
    <dgm:pt modelId="{DE5AA840-1FB9-5546-9D1A-4633691ADCA2}" type="parTrans" cxnId="{0524F128-2848-FF47-AFAA-7481E2287301}">
      <dgm:prSet/>
      <dgm:spPr/>
      <dgm:t>
        <a:bodyPr/>
        <a:lstStyle/>
        <a:p>
          <a:endParaRPr lang="en-US"/>
        </a:p>
      </dgm:t>
    </dgm:pt>
    <dgm:pt modelId="{9CA7C657-9E11-4F43-B766-04D997DE5E1C}" type="sibTrans" cxnId="{0524F128-2848-FF47-AFAA-7481E2287301}">
      <dgm:prSet/>
      <dgm:spPr/>
      <dgm:t>
        <a:bodyPr/>
        <a:lstStyle/>
        <a:p>
          <a:endParaRPr lang="en-US"/>
        </a:p>
      </dgm:t>
    </dgm:pt>
    <dgm:pt modelId="{8F048385-9ED8-E140-A6C1-1508A58AACEF}">
      <dgm:prSet phldrT="[Text]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PR Submission</a:t>
          </a:r>
        </a:p>
      </dgm:t>
    </dgm:pt>
    <dgm:pt modelId="{81E18446-F194-8A4C-A89B-EC0F220B0E71}" type="parTrans" cxnId="{4A273898-CF45-1F4D-9FD3-A6A00485CDA6}">
      <dgm:prSet/>
      <dgm:spPr/>
      <dgm:t>
        <a:bodyPr/>
        <a:lstStyle/>
        <a:p>
          <a:endParaRPr lang="en-US"/>
        </a:p>
      </dgm:t>
    </dgm:pt>
    <dgm:pt modelId="{91811CBC-B7F1-024E-BD1B-E0929E042504}" type="sibTrans" cxnId="{4A273898-CF45-1F4D-9FD3-A6A00485CDA6}">
      <dgm:prSet/>
      <dgm:spPr/>
      <dgm:t>
        <a:bodyPr/>
        <a:lstStyle/>
        <a:p>
          <a:endParaRPr lang="en-US"/>
        </a:p>
      </dgm:t>
    </dgm:pt>
    <dgm:pt modelId="{641F2167-27A7-5C40-B34E-0CEAFCA8E29F}">
      <dgm:prSet phldrT="[Text]"/>
      <dgm:spPr>
        <a:solidFill>
          <a:srgbClr val="C0000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PR Review</a:t>
          </a:r>
        </a:p>
      </dgm:t>
    </dgm:pt>
    <dgm:pt modelId="{E189FA69-1849-6746-9E6D-CD424B1F9728}" type="parTrans" cxnId="{00A3AB2A-ECF6-9749-BAEB-792CE8822C39}">
      <dgm:prSet/>
      <dgm:spPr/>
      <dgm:t>
        <a:bodyPr/>
        <a:lstStyle/>
        <a:p>
          <a:endParaRPr lang="en-US"/>
        </a:p>
      </dgm:t>
    </dgm:pt>
    <dgm:pt modelId="{6F5ED6F5-7F0A-D447-8658-98E27EE77CE1}" type="sibTrans" cxnId="{00A3AB2A-ECF6-9749-BAEB-792CE8822C39}">
      <dgm:prSet/>
      <dgm:spPr/>
      <dgm:t>
        <a:bodyPr/>
        <a:lstStyle/>
        <a:p>
          <a:endParaRPr lang="en-US"/>
        </a:p>
      </dgm:t>
    </dgm:pt>
    <dgm:pt modelId="{5D79C148-3C70-304F-9C72-227BC66923CB}">
      <dgm:prSet phldrT="[Text]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PR Merge</a:t>
          </a:r>
        </a:p>
      </dgm:t>
    </dgm:pt>
    <dgm:pt modelId="{558E7883-FFBB-A34E-817A-DB485891E5E6}" type="parTrans" cxnId="{DCFA79A5-4571-F040-AEFF-2B947C23C0D8}">
      <dgm:prSet/>
      <dgm:spPr/>
      <dgm:t>
        <a:bodyPr/>
        <a:lstStyle/>
        <a:p>
          <a:endParaRPr lang="en-US"/>
        </a:p>
      </dgm:t>
    </dgm:pt>
    <dgm:pt modelId="{0C0867BB-2D84-A440-95D8-83B85E528A19}" type="sibTrans" cxnId="{DCFA79A5-4571-F040-AEFF-2B947C23C0D8}">
      <dgm:prSet/>
      <dgm:spPr/>
      <dgm:t>
        <a:bodyPr/>
        <a:lstStyle/>
        <a:p>
          <a:endParaRPr lang="en-US"/>
        </a:p>
      </dgm:t>
    </dgm:pt>
    <dgm:pt modelId="{0835C2F8-068E-AE48-B3FD-2B37B010F83F}">
      <dgm:prSet phldrT="[Text]"/>
      <dgm:spPr>
        <a:solidFill>
          <a:srgbClr val="C0000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Release Schedule</a:t>
          </a:r>
        </a:p>
      </dgm:t>
    </dgm:pt>
    <dgm:pt modelId="{CBB5151D-FBFA-F443-B4C5-23DF212CDEC6}" type="parTrans" cxnId="{FC608F48-30F5-0347-B567-051FE4E32951}">
      <dgm:prSet/>
      <dgm:spPr/>
      <dgm:t>
        <a:bodyPr/>
        <a:lstStyle/>
        <a:p>
          <a:endParaRPr lang="en-US"/>
        </a:p>
      </dgm:t>
    </dgm:pt>
    <dgm:pt modelId="{F4969727-909E-7D40-BD04-F4C3450F0A5A}" type="sibTrans" cxnId="{FC608F48-30F5-0347-B567-051FE4E32951}">
      <dgm:prSet/>
      <dgm:spPr/>
      <dgm:t>
        <a:bodyPr/>
        <a:lstStyle/>
        <a:p>
          <a:endParaRPr lang="en-US"/>
        </a:p>
      </dgm:t>
    </dgm:pt>
    <dgm:pt modelId="{1DB3B44C-7467-AE4D-9230-CD12A1D6E611}" type="pres">
      <dgm:prSet presAssocID="{383B49E7-060F-644C-BC5D-5430754D0192}" presName="Name0" presStyleCnt="0">
        <dgm:presLayoutVars>
          <dgm:dir/>
          <dgm:animLvl val="lvl"/>
          <dgm:resizeHandles val="exact"/>
        </dgm:presLayoutVars>
      </dgm:prSet>
      <dgm:spPr/>
    </dgm:pt>
    <dgm:pt modelId="{98AD1763-7433-B141-B056-738A5FA7D5DD}" type="pres">
      <dgm:prSet presAssocID="{55A9B451-4544-CD40-86CF-64B74C06A8CF}" presName="parTxOnly" presStyleLbl="node1" presStyleIdx="0" presStyleCnt="10">
        <dgm:presLayoutVars>
          <dgm:chMax val="0"/>
          <dgm:chPref val="0"/>
          <dgm:bulletEnabled val="1"/>
        </dgm:presLayoutVars>
      </dgm:prSet>
      <dgm:spPr/>
    </dgm:pt>
    <dgm:pt modelId="{F97955AE-EB8B-4B47-9267-EFF29E1108C7}" type="pres">
      <dgm:prSet presAssocID="{1F41853B-C099-1549-855B-A62A19064C53}" presName="parTxOnlySpace" presStyleCnt="0"/>
      <dgm:spPr/>
    </dgm:pt>
    <dgm:pt modelId="{FEAFDC6B-12D8-AD43-9F60-F7715057E525}" type="pres">
      <dgm:prSet presAssocID="{70D8BCEE-4BB8-8047-90D3-1F1D26FAF263}" presName="parTxOnly" presStyleLbl="node1" presStyleIdx="1" presStyleCnt="10">
        <dgm:presLayoutVars>
          <dgm:chMax val="0"/>
          <dgm:chPref val="0"/>
          <dgm:bulletEnabled val="1"/>
        </dgm:presLayoutVars>
      </dgm:prSet>
      <dgm:spPr/>
    </dgm:pt>
    <dgm:pt modelId="{999FD345-B821-CE45-B923-A01F122F9F48}" type="pres">
      <dgm:prSet presAssocID="{33467430-74C2-064D-8FBF-025D3B2B0C44}" presName="parTxOnlySpace" presStyleCnt="0"/>
      <dgm:spPr/>
    </dgm:pt>
    <dgm:pt modelId="{CDC3F41D-79FF-D046-A683-6C8F2572A07F}" type="pres">
      <dgm:prSet presAssocID="{AB7141EF-4A6B-884C-B85F-A03DE1C2B55A}" presName="parTxOnly" presStyleLbl="node1" presStyleIdx="2" presStyleCnt="10">
        <dgm:presLayoutVars>
          <dgm:chMax val="0"/>
          <dgm:chPref val="0"/>
          <dgm:bulletEnabled val="1"/>
        </dgm:presLayoutVars>
      </dgm:prSet>
      <dgm:spPr/>
    </dgm:pt>
    <dgm:pt modelId="{72F1080E-CBED-E142-A749-2375EAC5ADDF}" type="pres">
      <dgm:prSet presAssocID="{CE86A239-5C72-A142-9A18-FCE4B3D5E091}" presName="parTxOnlySpace" presStyleCnt="0"/>
      <dgm:spPr/>
    </dgm:pt>
    <dgm:pt modelId="{D53494E1-71EA-6647-B576-7122CE263A80}" type="pres">
      <dgm:prSet presAssocID="{9E4EC424-255E-D748-AA7A-2F4C7C12F00A}" presName="parTxOnly" presStyleLbl="node1" presStyleIdx="3" presStyleCnt="10">
        <dgm:presLayoutVars>
          <dgm:chMax val="0"/>
          <dgm:chPref val="0"/>
          <dgm:bulletEnabled val="1"/>
        </dgm:presLayoutVars>
      </dgm:prSet>
      <dgm:spPr/>
    </dgm:pt>
    <dgm:pt modelId="{057DF705-BE7C-0E4D-86B9-DC0F3053F02E}" type="pres">
      <dgm:prSet presAssocID="{023A9A89-5193-DA44-9515-1B47BF7054FC}" presName="parTxOnlySpace" presStyleCnt="0"/>
      <dgm:spPr/>
    </dgm:pt>
    <dgm:pt modelId="{5AF62668-B450-CA41-9E9A-CEC4F159EC1A}" type="pres">
      <dgm:prSet presAssocID="{3F35C2BF-EF07-C241-A722-EA53BD6F619F}" presName="parTxOnly" presStyleLbl="node1" presStyleIdx="4" presStyleCnt="10">
        <dgm:presLayoutVars>
          <dgm:chMax val="0"/>
          <dgm:chPref val="0"/>
          <dgm:bulletEnabled val="1"/>
        </dgm:presLayoutVars>
      </dgm:prSet>
      <dgm:spPr/>
    </dgm:pt>
    <dgm:pt modelId="{96CE1AAB-B477-8A45-A9B7-6EC2A52DA862}" type="pres">
      <dgm:prSet presAssocID="{50072B60-5C3A-FB4D-B3BE-5DCBB20C510B}" presName="parTxOnlySpace" presStyleCnt="0"/>
      <dgm:spPr/>
    </dgm:pt>
    <dgm:pt modelId="{503B7A22-5A5F-D34E-AB34-11AC3ACDFDCA}" type="pres">
      <dgm:prSet presAssocID="{9AD7F6FA-000A-8746-8618-72DA676BDAAE}" presName="parTxOnly" presStyleLbl="node1" presStyleIdx="5" presStyleCnt="10">
        <dgm:presLayoutVars>
          <dgm:chMax val="0"/>
          <dgm:chPref val="0"/>
          <dgm:bulletEnabled val="1"/>
        </dgm:presLayoutVars>
      </dgm:prSet>
      <dgm:spPr/>
    </dgm:pt>
    <dgm:pt modelId="{35BEFF75-8A05-A443-AF5F-B970B25F8AD8}" type="pres">
      <dgm:prSet presAssocID="{9CA7C657-9E11-4F43-B766-04D997DE5E1C}" presName="parTxOnlySpace" presStyleCnt="0"/>
      <dgm:spPr/>
    </dgm:pt>
    <dgm:pt modelId="{54A3D6E3-2C64-6944-9C98-E18BCFD15410}" type="pres">
      <dgm:prSet presAssocID="{8F048385-9ED8-E140-A6C1-1508A58AACEF}" presName="parTxOnly" presStyleLbl="node1" presStyleIdx="6" presStyleCnt="10">
        <dgm:presLayoutVars>
          <dgm:chMax val="0"/>
          <dgm:chPref val="0"/>
          <dgm:bulletEnabled val="1"/>
        </dgm:presLayoutVars>
      </dgm:prSet>
      <dgm:spPr/>
    </dgm:pt>
    <dgm:pt modelId="{CCC37275-0EF9-D446-8E1B-F7D11DB77682}" type="pres">
      <dgm:prSet presAssocID="{91811CBC-B7F1-024E-BD1B-E0929E042504}" presName="parTxOnlySpace" presStyleCnt="0"/>
      <dgm:spPr/>
    </dgm:pt>
    <dgm:pt modelId="{12195E32-B547-0240-8859-255F91DD525A}" type="pres">
      <dgm:prSet presAssocID="{641F2167-27A7-5C40-B34E-0CEAFCA8E29F}" presName="parTxOnly" presStyleLbl="node1" presStyleIdx="7" presStyleCnt="10">
        <dgm:presLayoutVars>
          <dgm:chMax val="0"/>
          <dgm:chPref val="0"/>
          <dgm:bulletEnabled val="1"/>
        </dgm:presLayoutVars>
      </dgm:prSet>
      <dgm:spPr/>
    </dgm:pt>
    <dgm:pt modelId="{9A45B48E-545C-B94D-91AA-B563D40D7BF0}" type="pres">
      <dgm:prSet presAssocID="{6F5ED6F5-7F0A-D447-8658-98E27EE77CE1}" presName="parTxOnlySpace" presStyleCnt="0"/>
      <dgm:spPr/>
    </dgm:pt>
    <dgm:pt modelId="{3F3CFBFC-073E-BF43-B246-83B70AFED1EC}" type="pres">
      <dgm:prSet presAssocID="{5D79C148-3C70-304F-9C72-227BC66923CB}" presName="parTxOnly" presStyleLbl="node1" presStyleIdx="8" presStyleCnt="10">
        <dgm:presLayoutVars>
          <dgm:chMax val="0"/>
          <dgm:chPref val="0"/>
          <dgm:bulletEnabled val="1"/>
        </dgm:presLayoutVars>
      </dgm:prSet>
      <dgm:spPr/>
    </dgm:pt>
    <dgm:pt modelId="{26C23C9D-C242-2A4C-9A0E-2E9605DB9D8E}" type="pres">
      <dgm:prSet presAssocID="{0C0867BB-2D84-A440-95D8-83B85E528A19}" presName="parTxOnlySpace" presStyleCnt="0"/>
      <dgm:spPr/>
    </dgm:pt>
    <dgm:pt modelId="{FFEC34EB-2D3D-5644-82C1-F8E9FAEC8EAD}" type="pres">
      <dgm:prSet presAssocID="{0835C2F8-068E-AE48-B3FD-2B37B010F83F}" presName="parTxOnly" presStyleLbl="node1" presStyleIdx="9" presStyleCnt="10">
        <dgm:presLayoutVars>
          <dgm:chMax val="0"/>
          <dgm:chPref val="0"/>
          <dgm:bulletEnabled val="1"/>
        </dgm:presLayoutVars>
      </dgm:prSet>
      <dgm:spPr/>
    </dgm:pt>
  </dgm:ptLst>
  <dgm:cxnLst>
    <dgm:cxn modelId="{0524F128-2848-FF47-AFAA-7481E2287301}" srcId="{383B49E7-060F-644C-BC5D-5430754D0192}" destId="{9AD7F6FA-000A-8746-8618-72DA676BDAAE}" srcOrd="5" destOrd="0" parTransId="{DE5AA840-1FB9-5546-9D1A-4633691ADCA2}" sibTransId="{9CA7C657-9E11-4F43-B766-04D997DE5E1C}"/>
    <dgm:cxn modelId="{00A3AB2A-ECF6-9749-BAEB-792CE8822C39}" srcId="{383B49E7-060F-644C-BC5D-5430754D0192}" destId="{641F2167-27A7-5C40-B34E-0CEAFCA8E29F}" srcOrd="7" destOrd="0" parTransId="{E189FA69-1849-6746-9E6D-CD424B1F9728}" sibTransId="{6F5ED6F5-7F0A-D447-8658-98E27EE77CE1}"/>
    <dgm:cxn modelId="{5685B630-8320-2E4E-807E-2992BC1F389A}" srcId="{383B49E7-060F-644C-BC5D-5430754D0192}" destId="{55A9B451-4544-CD40-86CF-64B74C06A8CF}" srcOrd="0" destOrd="0" parTransId="{E3A237FF-AD55-3347-A71E-4611FEBF3624}" sibTransId="{1F41853B-C099-1549-855B-A62A19064C53}"/>
    <dgm:cxn modelId="{FC608F48-30F5-0347-B567-051FE4E32951}" srcId="{383B49E7-060F-644C-BC5D-5430754D0192}" destId="{0835C2F8-068E-AE48-B3FD-2B37B010F83F}" srcOrd="9" destOrd="0" parTransId="{CBB5151D-FBFA-F443-B4C5-23DF212CDEC6}" sibTransId="{F4969727-909E-7D40-BD04-F4C3450F0A5A}"/>
    <dgm:cxn modelId="{448FB94B-5240-C541-B974-ED08C7C45171}" type="presOf" srcId="{55A9B451-4544-CD40-86CF-64B74C06A8CF}" destId="{98AD1763-7433-B141-B056-738A5FA7D5DD}" srcOrd="0" destOrd="0" presId="urn:microsoft.com/office/officeart/2005/8/layout/chevron1"/>
    <dgm:cxn modelId="{D91E424C-46CE-D84F-9EE9-14A40F8D50D9}" srcId="{383B49E7-060F-644C-BC5D-5430754D0192}" destId="{70D8BCEE-4BB8-8047-90D3-1F1D26FAF263}" srcOrd="1" destOrd="0" parTransId="{139E1A46-36C2-C440-B9A2-D5E2D3FB0EF1}" sibTransId="{33467430-74C2-064D-8FBF-025D3B2B0C44}"/>
    <dgm:cxn modelId="{87219258-5556-4F43-83E4-C9D878C603DC}" type="presOf" srcId="{641F2167-27A7-5C40-B34E-0CEAFCA8E29F}" destId="{12195E32-B547-0240-8859-255F91DD525A}" srcOrd="0" destOrd="0" presId="urn:microsoft.com/office/officeart/2005/8/layout/chevron1"/>
    <dgm:cxn modelId="{D95B115C-6645-6644-8CB4-76113BA69D43}" type="presOf" srcId="{383B49E7-060F-644C-BC5D-5430754D0192}" destId="{1DB3B44C-7467-AE4D-9230-CD12A1D6E611}" srcOrd="0" destOrd="0" presId="urn:microsoft.com/office/officeart/2005/8/layout/chevron1"/>
    <dgm:cxn modelId="{8730BF5F-E86C-C643-A9B5-908F72C976D0}" type="presOf" srcId="{8F048385-9ED8-E140-A6C1-1508A58AACEF}" destId="{54A3D6E3-2C64-6944-9C98-E18BCFD15410}" srcOrd="0" destOrd="0" presId="urn:microsoft.com/office/officeart/2005/8/layout/chevron1"/>
    <dgm:cxn modelId="{97E21D78-5892-EF4E-934D-217358A5D542}" type="presOf" srcId="{5D79C148-3C70-304F-9C72-227BC66923CB}" destId="{3F3CFBFC-073E-BF43-B246-83B70AFED1EC}" srcOrd="0" destOrd="0" presId="urn:microsoft.com/office/officeart/2005/8/layout/chevron1"/>
    <dgm:cxn modelId="{0F78AF8A-E654-3846-A9FF-7E1E68F59844}" srcId="{383B49E7-060F-644C-BC5D-5430754D0192}" destId="{AB7141EF-4A6B-884C-B85F-A03DE1C2B55A}" srcOrd="2" destOrd="0" parTransId="{3DDD9623-E588-924C-BB5F-D2C81E312F39}" sibTransId="{CE86A239-5C72-A142-9A18-FCE4B3D5E091}"/>
    <dgm:cxn modelId="{4A273898-CF45-1F4D-9FD3-A6A00485CDA6}" srcId="{383B49E7-060F-644C-BC5D-5430754D0192}" destId="{8F048385-9ED8-E140-A6C1-1508A58AACEF}" srcOrd="6" destOrd="0" parTransId="{81E18446-F194-8A4C-A89B-EC0F220B0E71}" sibTransId="{91811CBC-B7F1-024E-BD1B-E0929E042504}"/>
    <dgm:cxn modelId="{6A145C9E-F503-0149-AB50-2DCE7BDC89F5}" type="presOf" srcId="{AB7141EF-4A6B-884C-B85F-A03DE1C2B55A}" destId="{CDC3F41D-79FF-D046-A683-6C8F2572A07F}" srcOrd="0" destOrd="0" presId="urn:microsoft.com/office/officeart/2005/8/layout/chevron1"/>
    <dgm:cxn modelId="{0DD313A4-E5F1-F944-A5D7-78E3E5FA0AAC}" type="presOf" srcId="{9E4EC424-255E-D748-AA7A-2F4C7C12F00A}" destId="{D53494E1-71EA-6647-B576-7122CE263A80}" srcOrd="0" destOrd="0" presId="urn:microsoft.com/office/officeart/2005/8/layout/chevron1"/>
    <dgm:cxn modelId="{DCFA79A5-4571-F040-AEFF-2B947C23C0D8}" srcId="{383B49E7-060F-644C-BC5D-5430754D0192}" destId="{5D79C148-3C70-304F-9C72-227BC66923CB}" srcOrd="8" destOrd="0" parTransId="{558E7883-FFBB-A34E-817A-DB485891E5E6}" sibTransId="{0C0867BB-2D84-A440-95D8-83B85E528A19}"/>
    <dgm:cxn modelId="{3F1933D4-B9D2-FC43-8075-BD3BA2DDC769}" type="presOf" srcId="{3F35C2BF-EF07-C241-A722-EA53BD6F619F}" destId="{5AF62668-B450-CA41-9E9A-CEC4F159EC1A}" srcOrd="0" destOrd="0" presId="urn:microsoft.com/office/officeart/2005/8/layout/chevron1"/>
    <dgm:cxn modelId="{45A740DC-EC8D-3E4B-8671-C4C19E6A6924}" srcId="{383B49E7-060F-644C-BC5D-5430754D0192}" destId="{3F35C2BF-EF07-C241-A722-EA53BD6F619F}" srcOrd="4" destOrd="0" parTransId="{1BB256A6-5146-F64B-92B8-3F481A775723}" sibTransId="{50072B60-5C3A-FB4D-B3BE-5DCBB20C510B}"/>
    <dgm:cxn modelId="{ACB6BFDD-FC61-8642-946A-311F003584B1}" type="presOf" srcId="{70D8BCEE-4BB8-8047-90D3-1F1D26FAF263}" destId="{FEAFDC6B-12D8-AD43-9F60-F7715057E525}" srcOrd="0" destOrd="0" presId="urn:microsoft.com/office/officeart/2005/8/layout/chevron1"/>
    <dgm:cxn modelId="{48EEF7E0-8231-974C-BC71-DACA3364814E}" type="presOf" srcId="{9AD7F6FA-000A-8746-8618-72DA676BDAAE}" destId="{503B7A22-5A5F-D34E-AB34-11AC3ACDFDCA}" srcOrd="0" destOrd="0" presId="urn:microsoft.com/office/officeart/2005/8/layout/chevron1"/>
    <dgm:cxn modelId="{85D7F3E8-D82A-0648-A134-B79215FD3EF8}" type="presOf" srcId="{0835C2F8-068E-AE48-B3FD-2B37B010F83F}" destId="{FFEC34EB-2D3D-5644-82C1-F8E9FAEC8EAD}" srcOrd="0" destOrd="0" presId="urn:microsoft.com/office/officeart/2005/8/layout/chevron1"/>
    <dgm:cxn modelId="{6C9659F5-7786-754E-B739-2AA4F61E171A}" srcId="{383B49E7-060F-644C-BC5D-5430754D0192}" destId="{9E4EC424-255E-D748-AA7A-2F4C7C12F00A}" srcOrd="3" destOrd="0" parTransId="{8B448E92-BE43-8349-993F-A8E80426D891}" sibTransId="{023A9A89-5193-DA44-9515-1B47BF7054FC}"/>
    <dgm:cxn modelId="{D2E3F147-F079-524F-81A4-C8F6ADAD0F43}" type="presParOf" srcId="{1DB3B44C-7467-AE4D-9230-CD12A1D6E611}" destId="{98AD1763-7433-B141-B056-738A5FA7D5DD}" srcOrd="0" destOrd="0" presId="urn:microsoft.com/office/officeart/2005/8/layout/chevron1"/>
    <dgm:cxn modelId="{E3F46A2D-3083-8041-893E-2C7AC8686EA7}" type="presParOf" srcId="{1DB3B44C-7467-AE4D-9230-CD12A1D6E611}" destId="{F97955AE-EB8B-4B47-9267-EFF29E1108C7}" srcOrd="1" destOrd="0" presId="urn:microsoft.com/office/officeart/2005/8/layout/chevron1"/>
    <dgm:cxn modelId="{9B663221-6B59-0A44-B18B-6EBCF7709C41}" type="presParOf" srcId="{1DB3B44C-7467-AE4D-9230-CD12A1D6E611}" destId="{FEAFDC6B-12D8-AD43-9F60-F7715057E525}" srcOrd="2" destOrd="0" presId="urn:microsoft.com/office/officeart/2005/8/layout/chevron1"/>
    <dgm:cxn modelId="{2E53FCAD-C492-2446-8356-B1C013AE2BC1}" type="presParOf" srcId="{1DB3B44C-7467-AE4D-9230-CD12A1D6E611}" destId="{999FD345-B821-CE45-B923-A01F122F9F48}" srcOrd="3" destOrd="0" presId="urn:microsoft.com/office/officeart/2005/8/layout/chevron1"/>
    <dgm:cxn modelId="{ADC718D3-6485-1C4D-9B3B-980B43064C96}" type="presParOf" srcId="{1DB3B44C-7467-AE4D-9230-CD12A1D6E611}" destId="{CDC3F41D-79FF-D046-A683-6C8F2572A07F}" srcOrd="4" destOrd="0" presId="urn:microsoft.com/office/officeart/2005/8/layout/chevron1"/>
    <dgm:cxn modelId="{064AFD39-0675-E246-84BD-51758170ED61}" type="presParOf" srcId="{1DB3B44C-7467-AE4D-9230-CD12A1D6E611}" destId="{72F1080E-CBED-E142-A749-2375EAC5ADDF}" srcOrd="5" destOrd="0" presId="urn:microsoft.com/office/officeart/2005/8/layout/chevron1"/>
    <dgm:cxn modelId="{E21087D7-4AC0-6A43-AAB8-66E3D8FFCDC2}" type="presParOf" srcId="{1DB3B44C-7467-AE4D-9230-CD12A1D6E611}" destId="{D53494E1-71EA-6647-B576-7122CE263A80}" srcOrd="6" destOrd="0" presId="urn:microsoft.com/office/officeart/2005/8/layout/chevron1"/>
    <dgm:cxn modelId="{EA6972D8-77C0-1341-A566-9E53B7BF9911}" type="presParOf" srcId="{1DB3B44C-7467-AE4D-9230-CD12A1D6E611}" destId="{057DF705-BE7C-0E4D-86B9-DC0F3053F02E}" srcOrd="7" destOrd="0" presId="urn:microsoft.com/office/officeart/2005/8/layout/chevron1"/>
    <dgm:cxn modelId="{D6215170-269D-0348-84B4-3BA5D1CEF44D}" type="presParOf" srcId="{1DB3B44C-7467-AE4D-9230-CD12A1D6E611}" destId="{5AF62668-B450-CA41-9E9A-CEC4F159EC1A}" srcOrd="8" destOrd="0" presId="urn:microsoft.com/office/officeart/2005/8/layout/chevron1"/>
    <dgm:cxn modelId="{C4CAF453-F5C3-C14B-AE5A-99D5B12441E9}" type="presParOf" srcId="{1DB3B44C-7467-AE4D-9230-CD12A1D6E611}" destId="{96CE1AAB-B477-8A45-A9B7-6EC2A52DA862}" srcOrd="9" destOrd="0" presId="urn:microsoft.com/office/officeart/2005/8/layout/chevron1"/>
    <dgm:cxn modelId="{03B3F5F6-0646-5343-96D4-C37B0BAFF158}" type="presParOf" srcId="{1DB3B44C-7467-AE4D-9230-CD12A1D6E611}" destId="{503B7A22-5A5F-D34E-AB34-11AC3ACDFDCA}" srcOrd="10" destOrd="0" presId="urn:microsoft.com/office/officeart/2005/8/layout/chevron1"/>
    <dgm:cxn modelId="{D54392FD-0BDE-FD46-B7FA-D03DD3AB3EA8}" type="presParOf" srcId="{1DB3B44C-7467-AE4D-9230-CD12A1D6E611}" destId="{35BEFF75-8A05-A443-AF5F-B970B25F8AD8}" srcOrd="11" destOrd="0" presId="urn:microsoft.com/office/officeart/2005/8/layout/chevron1"/>
    <dgm:cxn modelId="{A9092F2E-533D-3F48-9DD1-194ED35B430E}" type="presParOf" srcId="{1DB3B44C-7467-AE4D-9230-CD12A1D6E611}" destId="{54A3D6E3-2C64-6944-9C98-E18BCFD15410}" srcOrd="12" destOrd="0" presId="urn:microsoft.com/office/officeart/2005/8/layout/chevron1"/>
    <dgm:cxn modelId="{F050E253-97BC-D54B-88CE-EDC0B8082862}" type="presParOf" srcId="{1DB3B44C-7467-AE4D-9230-CD12A1D6E611}" destId="{CCC37275-0EF9-D446-8E1B-F7D11DB77682}" srcOrd="13" destOrd="0" presId="urn:microsoft.com/office/officeart/2005/8/layout/chevron1"/>
    <dgm:cxn modelId="{37E2C2A9-25EE-2643-8558-8839DD81CBCE}" type="presParOf" srcId="{1DB3B44C-7467-AE4D-9230-CD12A1D6E611}" destId="{12195E32-B547-0240-8859-255F91DD525A}" srcOrd="14" destOrd="0" presId="urn:microsoft.com/office/officeart/2005/8/layout/chevron1"/>
    <dgm:cxn modelId="{08382FAE-DD70-9541-8023-2D21A2BF5F02}" type="presParOf" srcId="{1DB3B44C-7467-AE4D-9230-CD12A1D6E611}" destId="{9A45B48E-545C-B94D-91AA-B563D40D7BF0}" srcOrd="15" destOrd="0" presId="urn:microsoft.com/office/officeart/2005/8/layout/chevron1"/>
    <dgm:cxn modelId="{1F58C292-3EFA-F640-B53A-0468E6367221}" type="presParOf" srcId="{1DB3B44C-7467-AE4D-9230-CD12A1D6E611}" destId="{3F3CFBFC-073E-BF43-B246-83B70AFED1EC}" srcOrd="16" destOrd="0" presId="urn:microsoft.com/office/officeart/2005/8/layout/chevron1"/>
    <dgm:cxn modelId="{290C28D0-B856-194E-BE3D-0608FD01AEFC}" type="presParOf" srcId="{1DB3B44C-7467-AE4D-9230-CD12A1D6E611}" destId="{26C23C9D-C242-2A4C-9A0E-2E9605DB9D8E}" srcOrd="17" destOrd="0" presId="urn:microsoft.com/office/officeart/2005/8/layout/chevron1"/>
    <dgm:cxn modelId="{5C847818-D6BD-4D41-AA91-C5B1F41360C8}" type="presParOf" srcId="{1DB3B44C-7467-AE4D-9230-CD12A1D6E611}" destId="{FFEC34EB-2D3D-5644-82C1-F8E9FAEC8EAD}" srcOrd="1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AD1763-7433-B141-B056-738A5FA7D5DD}">
      <dsp:nvSpPr>
        <dsp:cNvPr id="0" name=""/>
        <dsp:cNvSpPr/>
      </dsp:nvSpPr>
      <dsp:spPr>
        <a:xfrm>
          <a:off x="4370" y="496395"/>
          <a:ext cx="1076079" cy="430431"/>
        </a:xfrm>
        <a:prstGeom prst="chevron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>
              <a:solidFill>
                <a:schemeClr val="bg1"/>
              </a:solidFill>
            </a:rPr>
            <a:t>Requirements Gathering</a:t>
          </a:r>
        </a:p>
      </dsp:txBody>
      <dsp:txXfrm>
        <a:off x="219586" y="496395"/>
        <a:ext cx="645648" cy="430431"/>
      </dsp:txXfrm>
    </dsp:sp>
    <dsp:sp modelId="{B1BA47BC-0F0D-FA45-9AD4-0D38494B05F4}">
      <dsp:nvSpPr>
        <dsp:cNvPr id="0" name=""/>
        <dsp:cNvSpPr/>
      </dsp:nvSpPr>
      <dsp:spPr>
        <a:xfrm>
          <a:off x="972841" y="496395"/>
          <a:ext cx="1076079" cy="430431"/>
        </a:xfrm>
        <a:prstGeom prst="chevron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>
              <a:solidFill>
                <a:schemeClr val="bg1"/>
              </a:solidFill>
            </a:rPr>
            <a:t>Assessment</a:t>
          </a:r>
        </a:p>
      </dsp:txBody>
      <dsp:txXfrm>
        <a:off x="1188057" y="496395"/>
        <a:ext cx="645648" cy="430431"/>
      </dsp:txXfrm>
    </dsp:sp>
    <dsp:sp modelId="{0E438F55-0AD6-A94F-9469-2CA709F3A391}">
      <dsp:nvSpPr>
        <dsp:cNvPr id="0" name=""/>
        <dsp:cNvSpPr/>
      </dsp:nvSpPr>
      <dsp:spPr>
        <a:xfrm>
          <a:off x="1941313" y="496395"/>
          <a:ext cx="1076079" cy="430431"/>
        </a:xfrm>
        <a:prstGeom prst="chevron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>
              <a:solidFill>
                <a:schemeClr val="bg1"/>
              </a:solidFill>
            </a:rPr>
            <a:t>SRD</a:t>
          </a:r>
        </a:p>
      </dsp:txBody>
      <dsp:txXfrm>
        <a:off x="2156529" y="496395"/>
        <a:ext cx="645648" cy="430431"/>
      </dsp:txXfrm>
    </dsp:sp>
    <dsp:sp modelId="{3BA502E2-CAA2-EC45-90DB-2360A508B246}">
      <dsp:nvSpPr>
        <dsp:cNvPr id="0" name=""/>
        <dsp:cNvSpPr/>
      </dsp:nvSpPr>
      <dsp:spPr>
        <a:xfrm>
          <a:off x="2909785" y="496395"/>
          <a:ext cx="1076079" cy="430431"/>
        </a:xfrm>
        <a:prstGeom prst="chevron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>
              <a:solidFill>
                <a:schemeClr val="bg1"/>
              </a:solidFill>
            </a:rPr>
            <a:t>Network Design</a:t>
          </a:r>
        </a:p>
      </dsp:txBody>
      <dsp:txXfrm>
        <a:off x="3125001" y="496395"/>
        <a:ext cx="645648" cy="430431"/>
      </dsp:txXfrm>
    </dsp:sp>
    <dsp:sp modelId="{7AD32CBD-7A4D-BA44-9643-D249691B5889}">
      <dsp:nvSpPr>
        <dsp:cNvPr id="0" name=""/>
        <dsp:cNvSpPr/>
      </dsp:nvSpPr>
      <dsp:spPr>
        <a:xfrm>
          <a:off x="3878256" y="496395"/>
          <a:ext cx="1076079" cy="430431"/>
        </a:xfrm>
        <a:prstGeom prst="chevron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>
              <a:solidFill>
                <a:schemeClr val="bg1"/>
              </a:solidFill>
            </a:rPr>
            <a:t>SDD</a:t>
          </a:r>
        </a:p>
      </dsp:txBody>
      <dsp:txXfrm>
        <a:off x="4093472" y="496395"/>
        <a:ext cx="645648" cy="430431"/>
      </dsp:txXfrm>
    </dsp:sp>
    <dsp:sp modelId="{FBC20F8B-CB96-5A41-A1C4-D3AEA594FF49}">
      <dsp:nvSpPr>
        <dsp:cNvPr id="0" name=""/>
        <dsp:cNvSpPr/>
      </dsp:nvSpPr>
      <dsp:spPr>
        <a:xfrm>
          <a:off x="4846728" y="496395"/>
          <a:ext cx="1076079" cy="430431"/>
        </a:xfrm>
        <a:prstGeom prst="chevron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>
              <a:solidFill>
                <a:schemeClr val="bg1"/>
              </a:solidFill>
            </a:rPr>
            <a:t>Migration Strategy</a:t>
          </a:r>
        </a:p>
      </dsp:txBody>
      <dsp:txXfrm>
        <a:off x="5061944" y="496395"/>
        <a:ext cx="645648" cy="430431"/>
      </dsp:txXfrm>
    </dsp:sp>
    <dsp:sp modelId="{249B4738-EDE4-ED4B-A309-6878AAF0261C}">
      <dsp:nvSpPr>
        <dsp:cNvPr id="0" name=""/>
        <dsp:cNvSpPr/>
      </dsp:nvSpPr>
      <dsp:spPr>
        <a:xfrm>
          <a:off x="5815200" y="496395"/>
          <a:ext cx="1076079" cy="430431"/>
        </a:xfrm>
        <a:prstGeom prst="chevron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>
              <a:solidFill>
                <a:schemeClr val="bg1"/>
              </a:solidFill>
            </a:rPr>
            <a:t>Implementation Plans</a:t>
          </a:r>
        </a:p>
      </dsp:txBody>
      <dsp:txXfrm>
        <a:off x="6030416" y="496395"/>
        <a:ext cx="645648" cy="430431"/>
      </dsp:txXfrm>
    </dsp:sp>
    <dsp:sp modelId="{7FC1DEBC-F4F9-854F-9E20-0C57932D8052}">
      <dsp:nvSpPr>
        <dsp:cNvPr id="0" name=""/>
        <dsp:cNvSpPr/>
      </dsp:nvSpPr>
      <dsp:spPr>
        <a:xfrm>
          <a:off x="6783671" y="496395"/>
          <a:ext cx="1076079" cy="430431"/>
        </a:xfrm>
        <a:prstGeom prst="chevron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>
              <a:solidFill>
                <a:schemeClr val="bg1"/>
              </a:solidFill>
            </a:rPr>
            <a:t>Test Plans</a:t>
          </a:r>
        </a:p>
      </dsp:txBody>
      <dsp:txXfrm>
        <a:off x="6998887" y="496395"/>
        <a:ext cx="645648" cy="430431"/>
      </dsp:txXfrm>
    </dsp:sp>
    <dsp:sp modelId="{B58CF005-4B43-404F-A643-1100E2CF81FF}">
      <dsp:nvSpPr>
        <dsp:cNvPr id="0" name=""/>
        <dsp:cNvSpPr/>
      </dsp:nvSpPr>
      <dsp:spPr>
        <a:xfrm>
          <a:off x="7752143" y="496395"/>
          <a:ext cx="1076079" cy="430431"/>
        </a:xfrm>
        <a:prstGeom prst="chevron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>
              <a:solidFill>
                <a:schemeClr val="bg1"/>
              </a:solidFill>
            </a:rPr>
            <a:t>Test Cases</a:t>
          </a:r>
        </a:p>
      </dsp:txBody>
      <dsp:txXfrm>
        <a:off x="7967359" y="496395"/>
        <a:ext cx="645648" cy="430431"/>
      </dsp:txXfrm>
    </dsp:sp>
    <dsp:sp modelId="{D3155EBB-4AB3-9044-830F-968F5A0CCC14}">
      <dsp:nvSpPr>
        <dsp:cNvPr id="0" name=""/>
        <dsp:cNvSpPr/>
      </dsp:nvSpPr>
      <dsp:spPr>
        <a:xfrm>
          <a:off x="8720614" y="496395"/>
          <a:ext cx="1076079" cy="430431"/>
        </a:xfrm>
        <a:prstGeom prst="chevron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>
              <a:solidFill>
                <a:schemeClr val="bg1"/>
              </a:solidFill>
            </a:rPr>
            <a:t>Implementation</a:t>
          </a:r>
        </a:p>
      </dsp:txBody>
      <dsp:txXfrm>
        <a:off x="8935830" y="496395"/>
        <a:ext cx="645648" cy="430431"/>
      </dsp:txXfrm>
    </dsp:sp>
    <dsp:sp modelId="{ED23E062-CC08-4E42-B04F-F2F15BDA8DA9}">
      <dsp:nvSpPr>
        <dsp:cNvPr id="0" name=""/>
        <dsp:cNvSpPr/>
      </dsp:nvSpPr>
      <dsp:spPr>
        <a:xfrm>
          <a:off x="9689086" y="496395"/>
          <a:ext cx="1076079" cy="430431"/>
        </a:xfrm>
        <a:prstGeom prst="chevron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>
              <a:solidFill>
                <a:schemeClr val="bg1"/>
              </a:solidFill>
            </a:rPr>
            <a:t>Testing</a:t>
          </a:r>
        </a:p>
      </dsp:txBody>
      <dsp:txXfrm>
        <a:off x="9904302" y="496395"/>
        <a:ext cx="645648" cy="430431"/>
      </dsp:txXfrm>
    </dsp:sp>
    <dsp:sp modelId="{14380ECD-5DE7-9B4E-B007-8EC6BE6A58F0}">
      <dsp:nvSpPr>
        <dsp:cNvPr id="0" name=""/>
        <dsp:cNvSpPr/>
      </dsp:nvSpPr>
      <dsp:spPr>
        <a:xfrm>
          <a:off x="10657558" y="496395"/>
          <a:ext cx="1076079" cy="430431"/>
        </a:xfrm>
        <a:prstGeom prst="chevron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>
              <a:solidFill>
                <a:schemeClr val="bg1"/>
              </a:solidFill>
            </a:rPr>
            <a:t>Reports</a:t>
          </a:r>
        </a:p>
      </dsp:txBody>
      <dsp:txXfrm>
        <a:off x="10872774" y="496395"/>
        <a:ext cx="645648" cy="43043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AD1763-7433-B141-B056-738A5FA7D5DD}">
      <dsp:nvSpPr>
        <dsp:cNvPr id="0" name=""/>
        <dsp:cNvSpPr/>
      </dsp:nvSpPr>
      <dsp:spPr>
        <a:xfrm>
          <a:off x="3438" y="539094"/>
          <a:ext cx="862583" cy="345033"/>
        </a:xfrm>
        <a:prstGeom prst="chevron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Requirements Gathering</a:t>
          </a:r>
        </a:p>
      </dsp:txBody>
      <dsp:txXfrm>
        <a:off x="175955" y="539094"/>
        <a:ext cx="517550" cy="345033"/>
      </dsp:txXfrm>
    </dsp:sp>
    <dsp:sp modelId="{B1BA47BC-0F0D-FA45-9AD4-0D38494B05F4}">
      <dsp:nvSpPr>
        <dsp:cNvPr id="0" name=""/>
        <dsp:cNvSpPr/>
      </dsp:nvSpPr>
      <dsp:spPr>
        <a:xfrm>
          <a:off x="779763" y="539094"/>
          <a:ext cx="862583" cy="345033"/>
        </a:xfrm>
        <a:prstGeom prst="chevron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Technology Assessment</a:t>
          </a:r>
        </a:p>
      </dsp:txBody>
      <dsp:txXfrm>
        <a:off x="952280" y="539094"/>
        <a:ext cx="517550" cy="345033"/>
      </dsp:txXfrm>
    </dsp:sp>
    <dsp:sp modelId="{0E438F55-0AD6-A94F-9469-2CA709F3A391}">
      <dsp:nvSpPr>
        <dsp:cNvPr id="0" name=""/>
        <dsp:cNvSpPr/>
      </dsp:nvSpPr>
      <dsp:spPr>
        <a:xfrm>
          <a:off x="1556088" y="539094"/>
          <a:ext cx="862583" cy="345033"/>
        </a:xfrm>
        <a:prstGeom prst="chevron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SRD</a:t>
          </a:r>
        </a:p>
      </dsp:txBody>
      <dsp:txXfrm>
        <a:off x="1728605" y="539094"/>
        <a:ext cx="517550" cy="345033"/>
      </dsp:txXfrm>
    </dsp:sp>
    <dsp:sp modelId="{3BA502E2-CAA2-EC45-90DB-2360A508B246}">
      <dsp:nvSpPr>
        <dsp:cNvPr id="0" name=""/>
        <dsp:cNvSpPr/>
      </dsp:nvSpPr>
      <dsp:spPr>
        <a:xfrm>
          <a:off x="2332413" y="539094"/>
          <a:ext cx="862583" cy="345033"/>
        </a:xfrm>
        <a:prstGeom prst="chevron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Network Design</a:t>
          </a:r>
        </a:p>
      </dsp:txBody>
      <dsp:txXfrm>
        <a:off x="2504930" y="539094"/>
        <a:ext cx="517550" cy="345033"/>
      </dsp:txXfrm>
    </dsp:sp>
    <dsp:sp modelId="{822CDF41-5AC2-8044-ACDA-86F871023A4E}">
      <dsp:nvSpPr>
        <dsp:cNvPr id="0" name=""/>
        <dsp:cNvSpPr/>
      </dsp:nvSpPr>
      <dsp:spPr>
        <a:xfrm>
          <a:off x="3108738" y="539094"/>
          <a:ext cx="862583" cy="345033"/>
        </a:xfrm>
        <a:prstGeom prst="chevron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 err="1">
              <a:solidFill>
                <a:schemeClr val="bg1"/>
              </a:solidFill>
            </a:rPr>
            <a:t>NaC</a:t>
          </a:r>
          <a:r>
            <a:rPr lang="en-US" sz="500" kern="1200" dirty="0">
              <a:solidFill>
                <a:schemeClr val="bg1"/>
              </a:solidFill>
            </a:rPr>
            <a:t> Assessment</a:t>
          </a:r>
        </a:p>
      </dsp:txBody>
      <dsp:txXfrm>
        <a:off x="3281255" y="539094"/>
        <a:ext cx="517550" cy="345033"/>
      </dsp:txXfrm>
    </dsp:sp>
    <dsp:sp modelId="{7AD32CBD-7A4D-BA44-9643-D249691B5889}">
      <dsp:nvSpPr>
        <dsp:cNvPr id="0" name=""/>
        <dsp:cNvSpPr/>
      </dsp:nvSpPr>
      <dsp:spPr>
        <a:xfrm>
          <a:off x="3885062" y="539094"/>
          <a:ext cx="862583" cy="345033"/>
        </a:xfrm>
        <a:prstGeom prst="chevron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SDD</a:t>
          </a:r>
        </a:p>
      </dsp:txBody>
      <dsp:txXfrm>
        <a:off x="4057579" y="539094"/>
        <a:ext cx="517550" cy="345033"/>
      </dsp:txXfrm>
    </dsp:sp>
    <dsp:sp modelId="{FBC20F8B-CB96-5A41-A1C4-D3AEA594FF49}">
      <dsp:nvSpPr>
        <dsp:cNvPr id="0" name=""/>
        <dsp:cNvSpPr/>
      </dsp:nvSpPr>
      <dsp:spPr>
        <a:xfrm>
          <a:off x="4661387" y="539094"/>
          <a:ext cx="862583" cy="345033"/>
        </a:xfrm>
        <a:prstGeom prst="chevron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Migration Strategy</a:t>
          </a:r>
        </a:p>
      </dsp:txBody>
      <dsp:txXfrm>
        <a:off x="4833904" y="539094"/>
        <a:ext cx="517550" cy="345033"/>
      </dsp:txXfrm>
    </dsp:sp>
    <dsp:sp modelId="{249B4738-EDE4-ED4B-A309-6878AAF0261C}">
      <dsp:nvSpPr>
        <dsp:cNvPr id="0" name=""/>
        <dsp:cNvSpPr/>
      </dsp:nvSpPr>
      <dsp:spPr>
        <a:xfrm>
          <a:off x="5437712" y="539094"/>
          <a:ext cx="862583" cy="345033"/>
        </a:xfrm>
        <a:prstGeom prst="chevron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Implementation Plans</a:t>
          </a:r>
        </a:p>
      </dsp:txBody>
      <dsp:txXfrm>
        <a:off x="5610229" y="539094"/>
        <a:ext cx="517550" cy="345033"/>
      </dsp:txXfrm>
    </dsp:sp>
    <dsp:sp modelId="{7FC1DEBC-F4F9-854F-9E20-0C57932D8052}">
      <dsp:nvSpPr>
        <dsp:cNvPr id="0" name=""/>
        <dsp:cNvSpPr/>
      </dsp:nvSpPr>
      <dsp:spPr>
        <a:xfrm>
          <a:off x="6214037" y="539094"/>
          <a:ext cx="862583" cy="345033"/>
        </a:xfrm>
        <a:prstGeom prst="chevron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Test Plans</a:t>
          </a:r>
        </a:p>
      </dsp:txBody>
      <dsp:txXfrm>
        <a:off x="6386554" y="539094"/>
        <a:ext cx="517550" cy="345033"/>
      </dsp:txXfrm>
    </dsp:sp>
    <dsp:sp modelId="{B58CF005-4B43-404F-A643-1100E2CF81FF}">
      <dsp:nvSpPr>
        <dsp:cNvPr id="0" name=""/>
        <dsp:cNvSpPr/>
      </dsp:nvSpPr>
      <dsp:spPr>
        <a:xfrm>
          <a:off x="6990362" y="539094"/>
          <a:ext cx="862583" cy="345033"/>
        </a:xfrm>
        <a:prstGeom prst="chevron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Test Cases</a:t>
          </a:r>
        </a:p>
      </dsp:txBody>
      <dsp:txXfrm>
        <a:off x="7162879" y="539094"/>
        <a:ext cx="517550" cy="345033"/>
      </dsp:txXfrm>
    </dsp:sp>
    <dsp:sp modelId="{254FE932-5757-1649-9288-34D642215104}">
      <dsp:nvSpPr>
        <dsp:cNvPr id="0" name=""/>
        <dsp:cNvSpPr/>
      </dsp:nvSpPr>
      <dsp:spPr>
        <a:xfrm>
          <a:off x="7766686" y="539094"/>
          <a:ext cx="862583" cy="345033"/>
        </a:xfrm>
        <a:prstGeom prst="chevron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Lab build</a:t>
          </a:r>
        </a:p>
      </dsp:txBody>
      <dsp:txXfrm>
        <a:off x="7939203" y="539094"/>
        <a:ext cx="517550" cy="345033"/>
      </dsp:txXfrm>
    </dsp:sp>
    <dsp:sp modelId="{A3542E8E-E5B7-BC42-88BB-71AC327F58BE}">
      <dsp:nvSpPr>
        <dsp:cNvPr id="0" name=""/>
        <dsp:cNvSpPr/>
      </dsp:nvSpPr>
      <dsp:spPr>
        <a:xfrm>
          <a:off x="8543011" y="539094"/>
          <a:ext cx="862583" cy="345033"/>
        </a:xfrm>
        <a:prstGeom prst="chevron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 err="1">
              <a:solidFill>
                <a:schemeClr val="bg1"/>
              </a:solidFill>
            </a:rPr>
            <a:t>NaC</a:t>
          </a:r>
          <a:r>
            <a:rPr lang="en-US" sz="500" kern="1200" dirty="0">
              <a:solidFill>
                <a:schemeClr val="bg1"/>
              </a:solidFill>
            </a:rPr>
            <a:t> Lab PoC</a:t>
          </a:r>
        </a:p>
      </dsp:txBody>
      <dsp:txXfrm>
        <a:off x="8715528" y="539094"/>
        <a:ext cx="517550" cy="345033"/>
      </dsp:txXfrm>
    </dsp:sp>
    <dsp:sp modelId="{D3155EBB-4AB3-9044-830F-968F5A0CCC14}">
      <dsp:nvSpPr>
        <dsp:cNvPr id="0" name=""/>
        <dsp:cNvSpPr/>
      </dsp:nvSpPr>
      <dsp:spPr>
        <a:xfrm>
          <a:off x="9319336" y="539094"/>
          <a:ext cx="862583" cy="345033"/>
        </a:xfrm>
        <a:prstGeom prst="chevron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Production Implementation</a:t>
          </a:r>
        </a:p>
      </dsp:txBody>
      <dsp:txXfrm>
        <a:off x="9491853" y="539094"/>
        <a:ext cx="517550" cy="345033"/>
      </dsp:txXfrm>
    </dsp:sp>
    <dsp:sp modelId="{ED23E062-CC08-4E42-B04F-F2F15BDA8DA9}">
      <dsp:nvSpPr>
        <dsp:cNvPr id="0" name=""/>
        <dsp:cNvSpPr/>
      </dsp:nvSpPr>
      <dsp:spPr>
        <a:xfrm>
          <a:off x="10095661" y="539094"/>
          <a:ext cx="862583" cy="345033"/>
        </a:xfrm>
        <a:prstGeom prst="chevron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Testing</a:t>
          </a:r>
        </a:p>
      </dsp:txBody>
      <dsp:txXfrm>
        <a:off x="10268178" y="539094"/>
        <a:ext cx="517550" cy="345033"/>
      </dsp:txXfrm>
    </dsp:sp>
    <dsp:sp modelId="{14380ECD-5DE7-9B4E-B007-8EC6BE6A58F0}">
      <dsp:nvSpPr>
        <dsp:cNvPr id="0" name=""/>
        <dsp:cNvSpPr/>
      </dsp:nvSpPr>
      <dsp:spPr>
        <a:xfrm>
          <a:off x="10871986" y="539094"/>
          <a:ext cx="862583" cy="345033"/>
        </a:xfrm>
        <a:prstGeom prst="chevron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Reports</a:t>
          </a:r>
        </a:p>
      </dsp:txBody>
      <dsp:txXfrm>
        <a:off x="11044503" y="539094"/>
        <a:ext cx="517550" cy="34503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AD1763-7433-B141-B056-738A5FA7D5DD}">
      <dsp:nvSpPr>
        <dsp:cNvPr id="0" name=""/>
        <dsp:cNvSpPr/>
      </dsp:nvSpPr>
      <dsp:spPr>
        <a:xfrm>
          <a:off x="1432" y="453695"/>
          <a:ext cx="1289576" cy="515830"/>
        </a:xfrm>
        <a:prstGeom prst="chevron">
          <a:avLst/>
        </a:prstGeom>
        <a:solidFill>
          <a:schemeClr val="accent3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Issue Identification</a:t>
          </a:r>
        </a:p>
      </dsp:txBody>
      <dsp:txXfrm>
        <a:off x="259347" y="453695"/>
        <a:ext cx="773746" cy="515830"/>
      </dsp:txXfrm>
    </dsp:sp>
    <dsp:sp modelId="{FEAFDC6B-12D8-AD43-9F60-F7715057E525}">
      <dsp:nvSpPr>
        <dsp:cNvPr id="0" name=""/>
        <dsp:cNvSpPr/>
      </dsp:nvSpPr>
      <dsp:spPr>
        <a:xfrm>
          <a:off x="1162051" y="453695"/>
          <a:ext cx="1289576" cy="515830"/>
        </a:xfrm>
        <a:prstGeom prst="chevron">
          <a:avLst/>
        </a:prstGeom>
        <a:solidFill>
          <a:schemeClr val="accent1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Issue(s) Creation</a:t>
          </a:r>
        </a:p>
      </dsp:txBody>
      <dsp:txXfrm>
        <a:off x="1419966" y="453695"/>
        <a:ext cx="773746" cy="515830"/>
      </dsp:txXfrm>
    </dsp:sp>
    <dsp:sp modelId="{CDC3F41D-79FF-D046-A683-6C8F2572A07F}">
      <dsp:nvSpPr>
        <dsp:cNvPr id="0" name=""/>
        <dsp:cNvSpPr/>
      </dsp:nvSpPr>
      <dsp:spPr>
        <a:xfrm>
          <a:off x="2322669" y="453695"/>
          <a:ext cx="1289576" cy="515830"/>
        </a:xfrm>
        <a:prstGeom prst="chevron">
          <a:avLst/>
        </a:prstGeom>
        <a:solidFill>
          <a:schemeClr val="accent3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Issue Prioritization</a:t>
          </a:r>
        </a:p>
      </dsp:txBody>
      <dsp:txXfrm>
        <a:off x="2580584" y="453695"/>
        <a:ext cx="773746" cy="515830"/>
      </dsp:txXfrm>
    </dsp:sp>
    <dsp:sp modelId="{D53494E1-71EA-6647-B576-7122CE263A80}">
      <dsp:nvSpPr>
        <dsp:cNvPr id="0" name=""/>
        <dsp:cNvSpPr/>
      </dsp:nvSpPr>
      <dsp:spPr>
        <a:xfrm>
          <a:off x="3483288" y="453695"/>
          <a:ext cx="1289576" cy="515830"/>
        </a:xfrm>
        <a:prstGeom prst="chevron">
          <a:avLst/>
        </a:prstGeom>
        <a:solidFill>
          <a:schemeClr val="accent1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Issue Assignment</a:t>
          </a:r>
        </a:p>
      </dsp:txBody>
      <dsp:txXfrm>
        <a:off x="3741203" y="453695"/>
        <a:ext cx="773746" cy="515830"/>
      </dsp:txXfrm>
    </dsp:sp>
    <dsp:sp modelId="{5AF62668-B450-CA41-9E9A-CEC4F159EC1A}">
      <dsp:nvSpPr>
        <dsp:cNvPr id="0" name=""/>
        <dsp:cNvSpPr/>
      </dsp:nvSpPr>
      <dsp:spPr>
        <a:xfrm>
          <a:off x="4643906" y="453695"/>
          <a:ext cx="1289576" cy="515830"/>
        </a:xfrm>
        <a:prstGeom prst="chevron">
          <a:avLst/>
        </a:prstGeom>
        <a:solidFill>
          <a:schemeClr val="accent3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Code Creation</a:t>
          </a:r>
        </a:p>
      </dsp:txBody>
      <dsp:txXfrm>
        <a:off x="4901821" y="453695"/>
        <a:ext cx="773746" cy="515830"/>
      </dsp:txXfrm>
    </dsp:sp>
    <dsp:sp modelId="{503B7A22-5A5F-D34E-AB34-11AC3ACDFDCA}">
      <dsp:nvSpPr>
        <dsp:cNvPr id="0" name=""/>
        <dsp:cNvSpPr/>
      </dsp:nvSpPr>
      <dsp:spPr>
        <a:xfrm>
          <a:off x="5804525" y="453695"/>
          <a:ext cx="1289576" cy="515830"/>
        </a:xfrm>
        <a:prstGeom prst="chevron">
          <a:avLst/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Code testing</a:t>
          </a:r>
        </a:p>
      </dsp:txBody>
      <dsp:txXfrm>
        <a:off x="6062440" y="453695"/>
        <a:ext cx="773746" cy="515830"/>
      </dsp:txXfrm>
    </dsp:sp>
    <dsp:sp modelId="{54A3D6E3-2C64-6944-9C98-E18BCFD15410}">
      <dsp:nvSpPr>
        <dsp:cNvPr id="0" name=""/>
        <dsp:cNvSpPr/>
      </dsp:nvSpPr>
      <dsp:spPr>
        <a:xfrm>
          <a:off x="6965143" y="453695"/>
          <a:ext cx="1289576" cy="515830"/>
        </a:xfrm>
        <a:prstGeom prst="chevron">
          <a:avLst/>
        </a:prstGeom>
        <a:solidFill>
          <a:schemeClr val="accent3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PR Submission</a:t>
          </a:r>
        </a:p>
      </dsp:txBody>
      <dsp:txXfrm>
        <a:off x="7223058" y="453695"/>
        <a:ext cx="773746" cy="515830"/>
      </dsp:txXfrm>
    </dsp:sp>
    <dsp:sp modelId="{12195E32-B547-0240-8859-255F91DD525A}">
      <dsp:nvSpPr>
        <dsp:cNvPr id="0" name=""/>
        <dsp:cNvSpPr/>
      </dsp:nvSpPr>
      <dsp:spPr>
        <a:xfrm>
          <a:off x="8125762" y="453695"/>
          <a:ext cx="1289576" cy="515830"/>
        </a:xfrm>
        <a:prstGeom prst="chevron">
          <a:avLst/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PR Review</a:t>
          </a:r>
        </a:p>
      </dsp:txBody>
      <dsp:txXfrm>
        <a:off x="8383677" y="453695"/>
        <a:ext cx="773746" cy="515830"/>
      </dsp:txXfrm>
    </dsp:sp>
    <dsp:sp modelId="{3F3CFBFC-073E-BF43-B246-83B70AFED1EC}">
      <dsp:nvSpPr>
        <dsp:cNvPr id="0" name=""/>
        <dsp:cNvSpPr/>
      </dsp:nvSpPr>
      <dsp:spPr>
        <a:xfrm>
          <a:off x="9286380" y="453695"/>
          <a:ext cx="1289576" cy="515830"/>
        </a:xfrm>
        <a:prstGeom prst="chevron">
          <a:avLst/>
        </a:prstGeom>
        <a:solidFill>
          <a:schemeClr val="accent3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PR Merge</a:t>
          </a:r>
        </a:p>
      </dsp:txBody>
      <dsp:txXfrm>
        <a:off x="9544295" y="453695"/>
        <a:ext cx="773746" cy="515830"/>
      </dsp:txXfrm>
    </dsp:sp>
    <dsp:sp modelId="{FFEC34EB-2D3D-5644-82C1-F8E9FAEC8EAD}">
      <dsp:nvSpPr>
        <dsp:cNvPr id="0" name=""/>
        <dsp:cNvSpPr/>
      </dsp:nvSpPr>
      <dsp:spPr>
        <a:xfrm>
          <a:off x="10446999" y="453695"/>
          <a:ext cx="1289576" cy="515830"/>
        </a:xfrm>
        <a:prstGeom prst="chevron">
          <a:avLst/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Release Schedule</a:t>
          </a:r>
        </a:p>
      </dsp:txBody>
      <dsp:txXfrm>
        <a:off x="10704914" y="453695"/>
        <a:ext cx="773746" cy="51583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AD1763-7433-B141-B056-738A5FA7D5DD}">
      <dsp:nvSpPr>
        <dsp:cNvPr id="0" name=""/>
        <dsp:cNvSpPr/>
      </dsp:nvSpPr>
      <dsp:spPr>
        <a:xfrm>
          <a:off x="3438" y="452992"/>
          <a:ext cx="862583" cy="345033"/>
        </a:xfrm>
        <a:prstGeom prst="chevron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Requirements Gathering</a:t>
          </a:r>
        </a:p>
      </dsp:txBody>
      <dsp:txXfrm>
        <a:off x="175955" y="452992"/>
        <a:ext cx="517550" cy="345033"/>
      </dsp:txXfrm>
    </dsp:sp>
    <dsp:sp modelId="{B1BA47BC-0F0D-FA45-9AD4-0D38494B05F4}">
      <dsp:nvSpPr>
        <dsp:cNvPr id="0" name=""/>
        <dsp:cNvSpPr/>
      </dsp:nvSpPr>
      <dsp:spPr>
        <a:xfrm>
          <a:off x="779763" y="452992"/>
          <a:ext cx="862583" cy="345033"/>
        </a:xfrm>
        <a:prstGeom prst="chevron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Technology Assessment</a:t>
          </a:r>
        </a:p>
      </dsp:txBody>
      <dsp:txXfrm>
        <a:off x="952280" y="452992"/>
        <a:ext cx="517550" cy="345033"/>
      </dsp:txXfrm>
    </dsp:sp>
    <dsp:sp modelId="{0E438F55-0AD6-A94F-9469-2CA709F3A391}">
      <dsp:nvSpPr>
        <dsp:cNvPr id="0" name=""/>
        <dsp:cNvSpPr/>
      </dsp:nvSpPr>
      <dsp:spPr>
        <a:xfrm>
          <a:off x="1556088" y="452992"/>
          <a:ext cx="862583" cy="345033"/>
        </a:xfrm>
        <a:prstGeom prst="chevron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SRD</a:t>
          </a:r>
        </a:p>
      </dsp:txBody>
      <dsp:txXfrm>
        <a:off x="1728605" y="452992"/>
        <a:ext cx="517550" cy="345033"/>
      </dsp:txXfrm>
    </dsp:sp>
    <dsp:sp modelId="{3BA502E2-CAA2-EC45-90DB-2360A508B246}">
      <dsp:nvSpPr>
        <dsp:cNvPr id="0" name=""/>
        <dsp:cNvSpPr/>
      </dsp:nvSpPr>
      <dsp:spPr>
        <a:xfrm>
          <a:off x="2332413" y="452992"/>
          <a:ext cx="862583" cy="345033"/>
        </a:xfrm>
        <a:prstGeom prst="chevron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Network Design</a:t>
          </a:r>
        </a:p>
      </dsp:txBody>
      <dsp:txXfrm>
        <a:off x="2504930" y="452992"/>
        <a:ext cx="517550" cy="345033"/>
      </dsp:txXfrm>
    </dsp:sp>
    <dsp:sp modelId="{822CDF41-5AC2-8044-ACDA-86F871023A4E}">
      <dsp:nvSpPr>
        <dsp:cNvPr id="0" name=""/>
        <dsp:cNvSpPr/>
      </dsp:nvSpPr>
      <dsp:spPr>
        <a:xfrm>
          <a:off x="3108738" y="452992"/>
          <a:ext cx="862583" cy="345033"/>
        </a:xfrm>
        <a:prstGeom prst="chevron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 err="1">
              <a:solidFill>
                <a:schemeClr val="bg1"/>
              </a:solidFill>
            </a:rPr>
            <a:t>NaC</a:t>
          </a:r>
          <a:r>
            <a:rPr lang="en-US" sz="500" kern="1200" dirty="0">
              <a:solidFill>
                <a:schemeClr val="bg1"/>
              </a:solidFill>
            </a:rPr>
            <a:t> Assessment</a:t>
          </a:r>
        </a:p>
      </dsp:txBody>
      <dsp:txXfrm>
        <a:off x="3281255" y="452992"/>
        <a:ext cx="517550" cy="345033"/>
      </dsp:txXfrm>
    </dsp:sp>
    <dsp:sp modelId="{7AD32CBD-7A4D-BA44-9643-D249691B5889}">
      <dsp:nvSpPr>
        <dsp:cNvPr id="0" name=""/>
        <dsp:cNvSpPr/>
      </dsp:nvSpPr>
      <dsp:spPr>
        <a:xfrm>
          <a:off x="3885062" y="452992"/>
          <a:ext cx="862583" cy="345033"/>
        </a:xfrm>
        <a:prstGeom prst="chevron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SDD</a:t>
          </a:r>
        </a:p>
      </dsp:txBody>
      <dsp:txXfrm>
        <a:off x="4057579" y="452992"/>
        <a:ext cx="517550" cy="345033"/>
      </dsp:txXfrm>
    </dsp:sp>
    <dsp:sp modelId="{FBC20F8B-CB96-5A41-A1C4-D3AEA594FF49}">
      <dsp:nvSpPr>
        <dsp:cNvPr id="0" name=""/>
        <dsp:cNvSpPr/>
      </dsp:nvSpPr>
      <dsp:spPr>
        <a:xfrm>
          <a:off x="4661387" y="452992"/>
          <a:ext cx="862583" cy="345033"/>
        </a:xfrm>
        <a:prstGeom prst="chevron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Migration Strategy</a:t>
          </a:r>
        </a:p>
      </dsp:txBody>
      <dsp:txXfrm>
        <a:off x="4833904" y="452992"/>
        <a:ext cx="517550" cy="345033"/>
      </dsp:txXfrm>
    </dsp:sp>
    <dsp:sp modelId="{249B4738-EDE4-ED4B-A309-6878AAF0261C}">
      <dsp:nvSpPr>
        <dsp:cNvPr id="0" name=""/>
        <dsp:cNvSpPr/>
      </dsp:nvSpPr>
      <dsp:spPr>
        <a:xfrm>
          <a:off x="5437712" y="452992"/>
          <a:ext cx="862583" cy="345033"/>
        </a:xfrm>
        <a:prstGeom prst="chevron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Implementation Plans</a:t>
          </a:r>
        </a:p>
      </dsp:txBody>
      <dsp:txXfrm>
        <a:off x="5610229" y="452992"/>
        <a:ext cx="517550" cy="345033"/>
      </dsp:txXfrm>
    </dsp:sp>
    <dsp:sp modelId="{7FC1DEBC-F4F9-854F-9E20-0C57932D8052}">
      <dsp:nvSpPr>
        <dsp:cNvPr id="0" name=""/>
        <dsp:cNvSpPr/>
      </dsp:nvSpPr>
      <dsp:spPr>
        <a:xfrm>
          <a:off x="6214037" y="452992"/>
          <a:ext cx="862583" cy="345033"/>
        </a:xfrm>
        <a:prstGeom prst="chevron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Test Plans</a:t>
          </a:r>
        </a:p>
      </dsp:txBody>
      <dsp:txXfrm>
        <a:off x="6386554" y="452992"/>
        <a:ext cx="517550" cy="345033"/>
      </dsp:txXfrm>
    </dsp:sp>
    <dsp:sp modelId="{B58CF005-4B43-404F-A643-1100E2CF81FF}">
      <dsp:nvSpPr>
        <dsp:cNvPr id="0" name=""/>
        <dsp:cNvSpPr/>
      </dsp:nvSpPr>
      <dsp:spPr>
        <a:xfrm>
          <a:off x="6990362" y="452992"/>
          <a:ext cx="862583" cy="345033"/>
        </a:xfrm>
        <a:prstGeom prst="chevron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Test Cases</a:t>
          </a:r>
        </a:p>
      </dsp:txBody>
      <dsp:txXfrm>
        <a:off x="7162879" y="452992"/>
        <a:ext cx="517550" cy="345033"/>
      </dsp:txXfrm>
    </dsp:sp>
    <dsp:sp modelId="{254FE932-5757-1649-9288-34D642215104}">
      <dsp:nvSpPr>
        <dsp:cNvPr id="0" name=""/>
        <dsp:cNvSpPr/>
      </dsp:nvSpPr>
      <dsp:spPr>
        <a:xfrm>
          <a:off x="7766686" y="452992"/>
          <a:ext cx="862583" cy="345033"/>
        </a:xfrm>
        <a:prstGeom prst="chevron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Lab build</a:t>
          </a:r>
        </a:p>
      </dsp:txBody>
      <dsp:txXfrm>
        <a:off x="7939203" y="452992"/>
        <a:ext cx="517550" cy="345033"/>
      </dsp:txXfrm>
    </dsp:sp>
    <dsp:sp modelId="{A3542E8E-E5B7-BC42-88BB-71AC327F58BE}">
      <dsp:nvSpPr>
        <dsp:cNvPr id="0" name=""/>
        <dsp:cNvSpPr/>
      </dsp:nvSpPr>
      <dsp:spPr>
        <a:xfrm>
          <a:off x="8543011" y="452992"/>
          <a:ext cx="862583" cy="345033"/>
        </a:xfrm>
        <a:prstGeom prst="chevron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 err="1">
              <a:solidFill>
                <a:schemeClr val="bg1"/>
              </a:solidFill>
            </a:rPr>
            <a:t>NaC</a:t>
          </a:r>
          <a:r>
            <a:rPr lang="en-US" sz="500" kern="1200" dirty="0">
              <a:solidFill>
                <a:schemeClr val="bg1"/>
              </a:solidFill>
            </a:rPr>
            <a:t> Lab PoC</a:t>
          </a:r>
        </a:p>
      </dsp:txBody>
      <dsp:txXfrm>
        <a:off x="8715528" y="452992"/>
        <a:ext cx="517550" cy="345033"/>
      </dsp:txXfrm>
    </dsp:sp>
    <dsp:sp modelId="{D3155EBB-4AB3-9044-830F-968F5A0CCC14}">
      <dsp:nvSpPr>
        <dsp:cNvPr id="0" name=""/>
        <dsp:cNvSpPr/>
      </dsp:nvSpPr>
      <dsp:spPr>
        <a:xfrm>
          <a:off x="9319336" y="452992"/>
          <a:ext cx="862583" cy="345033"/>
        </a:xfrm>
        <a:prstGeom prst="chevron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Production Implementation</a:t>
          </a:r>
        </a:p>
      </dsp:txBody>
      <dsp:txXfrm>
        <a:off x="9491853" y="452992"/>
        <a:ext cx="517550" cy="345033"/>
      </dsp:txXfrm>
    </dsp:sp>
    <dsp:sp modelId="{ED23E062-CC08-4E42-B04F-F2F15BDA8DA9}">
      <dsp:nvSpPr>
        <dsp:cNvPr id="0" name=""/>
        <dsp:cNvSpPr/>
      </dsp:nvSpPr>
      <dsp:spPr>
        <a:xfrm>
          <a:off x="10095661" y="452992"/>
          <a:ext cx="862583" cy="345033"/>
        </a:xfrm>
        <a:prstGeom prst="chevron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Testing</a:t>
          </a:r>
        </a:p>
      </dsp:txBody>
      <dsp:txXfrm>
        <a:off x="10268178" y="452992"/>
        <a:ext cx="517550" cy="345033"/>
      </dsp:txXfrm>
    </dsp:sp>
    <dsp:sp modelId="{14380ECD-5DE7-9B4E-B007-8EC6BE6A58F0}">
      <dsp:nvSpPr>
        <dsp:cNvPr id="0" name=""/>
        <dsp:cNvSpPr/>
      </dsp:nvSpPr>
      <dsp:spPr>
        <a:xfrm>
          <a:off x="10871986" y="452992"/>
          <a:ext cx="862583" cy="345033"/>
        </a:xfrm>
        <a:prstGeom prst="chevron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Reports</a:t>
          </a:r>
        </a:p>
      </dsp:txBody>
      <dsp:txXfrm>
        <a:off x="11044503" y="452992"/>
        <a:ext cx="517550" cy="34503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AD1763-7433-B141-B056-738A5FA7D5DD}">
      <dsp:nvSpPr>
        <dsp:cNvPr id="0" name=""/>
        <dsp:cNvSpPr/>
      </dsp:nvSpPr>
      <dsp:spPr>
        <a:xfrm>
          <a:off x="1432" y="367594"/>
          <a:ext cx="1289576" cy="515830"/>
        </a:xfrm>
        <a:prstGeom prst="chevron">
          <a:avLst/>
        </a:prstGeom>
        <a:solidFill>
          <a:schemeClr val="accent3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Issue Identification</a:t>
          </a:r>
        </a:p>
      </dsp:txBody>
      <dsp:txXfrm>
        <a:off x="259347" y="367594"/>
        <a:ext cx="773746" cy="515830"/>
      </dsp:txXfrm>
    </dsp:sp>
    <dsp:sp modelId="{FEAFDC6B-12D8-AD43-9F60-F7715057E525}">
      <dsp:nvSpPr>
        <dsp:cNvPr id="0" name=""/>
        <dsp:cNvSpPr/>
      </dsp:nvSpPr>
      <dsp:spPr>
        <a:xfrm>
          <a:off x="1162051" y="367594"/>
          <a:ext cx="1289576" cy="515830"/>
        </a:xfrm>
        <a:prstGeom prst="chevron">
          <a:avLst/>
        </a:prstGeom>
        <a:solidFill>
          <a:schemeClr val="accent1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Issue(s) Creation</a:t>
          </a:r>
        </a:p>
      </dsp:txBody>
      <dsp:txXfrm>
        <a:off x="1419966" y="367594"/>
        <a:ext cx="773746" cy="515830"/>
      </dsp:txXfrm>
    </dsp:sp>
    <dsp:sp modelId="{CDC3F41D-79FF-D046-A683-6C8F2572A07F}">
      <dsp:nvSpPr>
        <dsp:cNvPr id="0" name=""/>
        <dsp:cNvSpPr/>
      </dsp:nvSpPr>
      <dsp:spPr>
        <a:xfrm>
          <a:off x="2322669" y="367594"/>
          <a:ext cx="1289576" cy="515830"/>
        </a:xfrm>
        <a:prstGeom prst="chevron">
          <a:avLst/>
        </a:prstGeom>
        <a:solidFill>
          <a:schemeClr val="accent3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Issue Prioritization</a:t>
          </a:r>
        </a:p>
      </dsp:txBody>
      <dsp:txXfrm>
        <a:off x="2580584" y="367594"/>
        <a:ext cx="773746" cy="515830"/>
      </dsp:txXfrm>
    </dsp:sp>
    <dsp:sp modelId="{D53494E1-71EA-6647-B576-7122CE263A80}">
      <dsp:nvSpPr>
        <dsp:cNvPr id="0" name=""/>
        <dsp:cNvSpPr/>
      </dsp:nvSpPr>
      <dsp:spPr>
        <a:xfrm>
          <a:off x="3483288" y="367594"/>
          <a:ext cx="1289576" cy="515830"/>
        </a:xfrm>
        <a:prstGeom prst="chevron">
          <a:avLst/>
        </a:prstGeom>
        <a:solidFill>
          <a:schemeClr val="accent1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Issue Assignment</a:t>
          </a:r>
        </a:p>
      </dsp:txBody>
      <dsp:txXfrm>
        <a:off x="3741203" y="367594"/>
        <a:ext cx="773746" cy="515830"/>
      </dsp:txXfrm>
    </dsp:sp>
    <dsp:sp modelId="{5AF62668-B450-CA41-9E9A-CEC4F159EC1A}">
      <dsp:nvSpPr>
        <dsp:cNvPr id="0" name=""/>
        <dsp:cNvSpPr/>
      </dsp:nvSpPr>
      <dsp:spPr>
        <a:xfrm>
          <a:off x="4643906" y="367594"/>
          <a:ext cx="1289576" cy="515830"/>
        </a:xfrm>
        <a:prstGeom prst="chevron">
          <a:avLst/>
        </a:prstGeom>
        <a:solidFill>
          <a:schemeClr val="accent3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Code Creation</a:t>
          </a:r>
        </a:p>
      </dsp:txBody>
      <dsp:txXfrm>
        <a:off x="4901821" y="367594"/>
        <a:ext cx="773746" cy="515830"/>
      </dsp:txXfrm>
    </dsp:sp>
    <dsp:sp modelId="{503B7A22-5A5F-D34E-AB34-11AC3ACDFDCA}">
      <dsp:nvSpPr>
        <dsp:cNvPr id="0" name=""/>
        <dsp:cNvSpPr/>
      </dsp:nvSpPr>
      <dsp:spPr>
        <a:xfrm>
          <a:off x="5804525" y="367594"/>
          <a:ext cx="1289576" cy="515830"/>
        </a:xfrm>
        <a:prstGeom prst="chevron">
          <a:avLst/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Code testing</a:t>
          </a:r>
        </a:p>
      </dsp:txBody>
      <dsp:txXfrm>
        <a:off x="6062440" y="367594"/>
        <a:ext cx="773746" cy="515830"/>
      </dsp:txXfrm>
    </dsp:sp>
    <dsp:sp modelId="{54A3D6E3-2C64-6944-9C98-E18BCFD15410}">
      <dsp:nvSpPr>
        <dsp:cNvPr id="0" name=""/>
        <dsp:cNvSpPr/>
      </dsp:nvSpPr>
      <dsp:spPr>
        <a:xfrm>
          <a:off x="6965143" y="367594"/>
          <a:ext cx="1289576" cy="515830"/>
        </a:xfrm>
        <a:prstGeom prst="chevron">
          <a:avLst/>
        </a:prstGeom>
        <a:solidFill>
          <a:schemeClr val="accent3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PR Submission</a:t>
          </a:r>
        </a:p>
      </dsp:txBody>
      <dsp:txXfrm>
        <a:off x="7223058" y="367594"/>
        <a:ext cx="773746" cy="515830"/>
      </dsp:txXfrm>
    </dsp:sp>
    <dsp:sp modelId="{12195E32-B547-0240-8859-255F91DD525A}">
      <dsp:nvSpPr>
        <dsp:cNvPr id="0" name=""/>
        <dsp:cNvSpPr/>
      </dsp:nvSpPr>
      <dsp:spPr>
        <a:xfrm>
          <a:off x="8125762" y="367594"/>
          <a:ext cx="1289576" cy="515830"/>
        </a:xfrm>
        <a:prstGeom prst="chevron">
          <a:avLst/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PR Review</a:t>
          </a:r>
        </a:p>
      </dsp:txBody>
      <dsp:txXfrm>
        <a:off x="8383677" y="367594"/>
        <a:ext cx="773746" cy="515830"/>
      </dsp:txXfrm>
    </dsp:sp>
    <dsp:sp modelId="{3F3CFBFC-073E-BF43-B246-83B70AFED1EC}">
      <dsp:nvSpPr>
        <dsp:cNvPr id="0" name=""/>
        <dsp:cNvSpPr/>
      </dsp:nvSpPr>
      <dsp:spPr>
        <a:xfrm>
          <a:off x="9286380" y="367594"/>
          <a:ext cx="1289576" cy="515830"/>
        </a:xfrm>
        <a:prstGeom prst="chevron">
          <a:avLst/>
        </a:prstGeom>
        <a:solidFill>
          <a:schemeClr val="accent3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PR Merge</a:t>
          </a:r>
        </a:p>
      </dsp:txBody>
      <dsp:txXfrm>
        <a:off x="9544295" y="367594"/>
        <a:ext cx="773746" cy="515830"/>
      </dsp:txXfrm>
    </dsp:sp>
    <dsp:sp modelId="{FFEC34EB-2D3D-5644-82C1-F8E9FAEC8EAD}">
      <dsp:nvSpPr>
        <dsp:cNvPr id="0" name=""/>
        <dsp:cNvSpPr/>
      </dsp:nvSpPr>
      <dsp:spPr>
        <a:xfrm>
          <a:off x="10446999" y="367594"/>
          <a:ext cx="1289576" cy="515830"/>
        </a:xfrm>
        <a:prstGeom prst="chevron">
          <a:avLst/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Release Schedule</a:t>
          </a:r>
        </a:p>
      </dsp:txBody>
      <dsp:txXfrm>
        <a:off x="10704914" y="367594"/>
        <a:ext cx="773746" cy="5158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1, Two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0368B8A-B8FA-06EC-E6D8-DF0F60F2EF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871345"/>
            <a:ext cx="5048063" cy="1555148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512820"/>
            <a:ext cx="5048063" cy="228600"/>
          </a:xfrm>
          <a:noFill/>
        </p:spPr>
        <p:txBody>
          <a:bodyPr/>
          <a:lstStyle>
            <a:lvl1pPr marL="0" indent="0">
              <a:buNone/>
              <a:defRPr sz="1600" b="0"/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9E2B63B-5B68-90B7-7A62-17A839591C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3851" y="4061400"/>
            <a:ext cx="5048090" cy="457200"/>
          </a:xfrm>
        </p:spPr>
        <p:txBody>
          <a:bodyPr anchor="t" anchorCtr="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182880" lvl="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</a:pPr>
            <a:r>
              <a:rPr lang="en-US" dirty="0"/>
              <a:t>Speaker Name</a:t>
            </a:r>
          </a:p>
          <a:p>
            <a:pPr marL="182880" lvl="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</a:pPr>
            <a:r>
              <a:rPr lang="en-US" dirty="0"/>
              <a:t>Speaker Title placeholder, @social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80638510-2998-9359-2A51-B0CA834B62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4676458"/>
            <a:ext cx="5047270" cy="459455"/>
          </a:xfrm>
          <a:noFill/>
        </p:spPr>
        <p:txBody>
          <a:bodyPr anchor="t" anchorCtr="0"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4643" y="6360518"/>
            <a:ext cx="3906838" cy="497482"/>
          </a:xfrm>
          <a:noFill/>
        </p:spPr>
        <p:txBody>
          <a:bodyPr/>
          <a:lstStyle>
            <a:lvl1pPr marL="0" indent="0" algn="l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23" name="Graphic 21">
            <a:extLst>
              <a:ext uri="{FF2B5EF4-FFF2-40B4-BE49-F238E27FC236}">
                <a16:creationId xmlns:a16="http://schemas.microsoft.com/office/drawing/2014/main" id="{0B51E088-9CCC-0F69-112A-CEC9A65FA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6107248" y="781243"/>
            <a:ext cx="5303520" cy="5303520"/>
          </a:xfrm>
          <a:custGeom>
            <a:avLst/>
            <a:gdLst>
              <a:gd name="connsiteX0" fmla="*/ 5291567 w 5291566"/>
              <a:gd name="connsiteY0" fmla="*/ 2645783 h 5291566"/>
              <a:gd name="connsiteX1" fmla="*/ 2645783 w 5291566"/>
              <a:gd name="connsiteY1" fmla="*/ 5291567 h 5291566"/>
              <a:gd name="connsiteX2" fmla="*/ 0 w 5291566"/>
              <a:gd name="connsiteY2" fmla="*/ 2645783 h 5291566"/>
              <a:gd name="connsiteX3" fmla="*/ 2645783 w 5291566"/>
              <a:gd name="connsiteY3" fmla="*/ 0 h 5291566"/>
              <a:gd name="connsiteX4" fmla="*/ 5291567 w 5291566"/>
              <a:gd name="connsiteY4" fmla="*/ 2645783 h 5291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91566" h="5291566">
                <a:moveTo>
                  <a:pt x="5291567" y="2645783"/>
                </a:moveTo>
                <a:cubicBezTo>
                  <a:pt x="5291567" y="4107009"/>
                  <a:pt x="4107009" y="5291567"/>
                  <a:pt x="2645783" y="5291567"/>
                </a:cubicBezTo>
                <a:cubicBezTo>
                  <a:pt x="1184557" y="5291567"/>
                  <a:pt x="0" y="4107009"/>
                  <a:pt x="0" y="2645783"/>
                </a:cubicBezTo>
                <a:cubicBezTo>
                  <a:pt x="0" y="1184557"/>
                  <a:pt x="1184557" y="0"/>
                  <a:pt x="2645783" y="0"/>
                </a:cubicBezTo>
                <a:cubicBezTo>
                  <a:pt x="4107009" y="0"/>
                  <a:pt x="5291567" y="1184557"/>
                  <a:pt x="5291567" y="2645783"/>
                </a:cubicBezTo>
                <a:close/>
              </a:path>
            </a:pathLst>
          </a:custGeom>
          <a:solidFill>
            <a:schemeClr val="tx1"/>
          </a:solidFill>
          <a:ln w="50800" cap="flat">
            <a:gradFill flip="none" rotWithShape="1">
              <a:gsLst>
                <a:gs pos="0">
                  <a:srgbClr val="3070E5"/>
                </a:gs>
                <a:gs pos="35000">
                  <a:srgbClr val="1ABBE9"/>
                </a:gs>
                <a:gs pos="43000">
                  <a:srgbClr val="1ABBE9"/>
                </a:gs>
                <a:gs pos="60000">
                  <a:srgbClr val="FD017F"/>
                </a:gs>
                <a:gs pos="100000">
                  <a:srgbClr val="FCA601"/>
                </a:gs>
              </a:gsLst>
              <a:lin ang="0" scaled="1"/>
              <a:tileRect/>
            </a:gra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281171" y="3181936"/>
            <a:ext cx="955675" cy="50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323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2, Two Speaker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EFAB65E-774E-7C2F-9733-CE6410F86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260471"/>
            <a:ext cx="10888663" cy="4351342"/>
          </a:xfrm>
          <a:prstGeom prst="rect">
            <a:avLst/>
          </a:prstGeom>
          <a:solidFill>
            <a:schemeClr val="tx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18122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82746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436086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436086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058274" y="3188776"/>
            <a:ext cx="914400" cy="48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929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1, Four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0368B8A-B8FA-06EC-E6D8-DF0F60F2EF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244600"/>
            <a:ext cx="5048063" cy="1555148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2886075"/>
            <a:ext cx="5048063" cy="228600"/>
          </a:xfrm>
          <a:noFill/>
        </p:spPr>
        <p:txBody>
          <a:bodyPr/>
          <a:lstStyle>
            <a:lvl1pPr marL="0" indent="0">
              <a:buNone/>
              <a:defRPr sz="1600" b="0"/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9E2B63B-5B68-90B7-7A62-17A839591C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3851" y="3428789"/>
            <a:ext cx="5048090" cy="457200"/>
          </a:xfrm>
        </p:spPr>
        <p:txBody>
          <a:bodyPr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182880" lvl="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</a:pPr>
            <a:r>
              <a:rPr lang="en-US" dirty="0"/>
              <a:t>Speaker Name</a:t>
            </a:r>
          </a:p>
          <a:p>
            <a:pPr marL="182880" lvl="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</a:pPr>
            <a:r>
              <a:rPr lang="en-US" dirty="0"/>
              <a:t>Speaker Title placeholder, @social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80638510-2998-9359-2A51-B0CA834B62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4051300"/>
            <a:ext cx="5047270" cy="459455"/>
          </a:xfrm>
          <a:noFill/>
        </p:spPr>
        <p:txBody>
          <a:bodyPr anchor="b" anchorCtr="0"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0E61D1-59EB-7A86-0D12-9388193F45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3849" y="4681134"/>
            <a:ext cx="5046663" cy="457200"/>
          </a:xfrm>
        </p:spPr>
        <p:txBody>
          <a:bodyPr anchor="b" anchorCtr="0"/>
          <a:lstStyle>
            <a:lvl1pPr marL="0" indent="0">
              <a:spcAft>
                <a:spcPts val="0"/>
              </a:spcAft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 marL="182880" indent="0">
              <a:spcAft>
                <a:spcPts val="0"/>
              </a:spcAft>
              <a:buNone/>
              <a:defRPr sz="1400"/>
            </a:lvl2pPr>
            <a:lvl3pPr marL="365760" indent="0">
              <a:spcAft>
                <a:spcPts val="0"/>
              </a:spcAft>
              <a:buNone/>
              <a:defRPr sz="1200"/>
            </a:lvl3pPr>
            <a:lvl4pPr marL="548640" indent="0">
              <a:spcAft>
                <a:spcPts val="0"/>
              </a:spcAft>
              <a:buNone/>
              <a:defRPr sz="1100"/>
            </a:lvl4pPr>
            <a:lvl5pPr marL="731520" indent="0">
              <a:spcAft>
                <a:spcPts val="0"/>
              </a:spcAft>
              <a:buNone/>
              <a:defRPr sz="1050"/>
            </a:lvl5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Speaker Name</a:t>
            </a:r>
          </a:p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Speaker Title placeholder, @social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175C0FC-DD02-0704-8A17-1B3037F861D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3848" y="5306439"/>
            <a:ext cx="5046663" cy="457200"/>
          </a:xfrm>
        </p:spPr>
        <p:txBody>
          <a:bodyPr anchor="b" anchorCtr="0"/>
          <a:lstStyle>
            <a:lvl1pPr marL="0" indent="0">
              <a:spcAft>
                <a:spcPts val="0"/>
              </a:spcAft>
              <a:buNone/>
              <a:defRPr sz="1400"/>
            </a:lvl1pPr>
            <a:lvl2pPr marL="182880" indent="0">
              <a:buNone/>
              <a:defRPr sz="1200"/>
            </a:lvl2pPr>
            <a:lvl3pPr marL="365760" indent="0">
              <a:buNone/>
              <a:defRPr sz="1100"/>
            </a:lvl3pPr>
            <a:lvl4pPr marL="548640" indent="0">
              <a:buNone/>
              <a:defRPr sz="1050"/>
            </a:lvl4pPr>
            <a:lvl5pPr marL="731520" indent="0">
              <a:buNone/>
              <a:defRPr sz="1000"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4643" y="6360518"/>
            <a:ext cx="3906838" cy="497482"/>
          </a:xfrm>
          <a:noFill/>
        </p:spPr>
        <p:txBody>
          <a:bodyPr/>
          <a:lstStyle>
            <a:lvl1pPr marL="0" indent="0" algn="l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23" name="Graphic 21">
            <a:extLst>
              <a:ext uri="{FF2B5EF4-FFF2-40B4-BE49-F238E27FC236}">
                <a16:creationId xmlns:a16="http://schemas.microsoft.com/office/drawing/2014/main" id="{0B51E088-9CCC-0F69-112A-CEC9A65FA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6107248" y="781243"/>
            <a:ext cx="5303520" cy="5303520"/>
          </a:xfrm>
          <a:custGeom>
            <a:avLst/>
            <a:gdLst>
              <a:gd name="connsiteX0" fmla="*/ 5291567 w 5291566"/>
              <a:gd name="connsiteY0" fmla="*/ 2645783 h 5291566"/>
              <a:gd name="connsiteX1" fmla="*/ 2645783 w 5291566"/>
              <a:gd name="connsiteY1" fmla="*/ 5291567 h 5291566"/>
              <a:gd name="connsiteX2" fmla="*/ 0 w 5291566"/>
              <a:gd name="connsiteY2" fmla="*/ 2645783 h 5291566"/>
              <a:gd name="connsiteX3" fmla="*/ 2645783 w 5291566"/>
              <a:gd name="connsiteY3" fmla="*/ 0 h 5291566"/>
              <a:gd name="connsiteX4" fmla="*/ 5291567 w 5291566"/>
              <a:gd name="connsiteY4" fmla="*/ 2645783 h 5291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91566" h="5291566">
                <a:moveTo>
                  <a:pt x="5291567" y="2645783"/>
                </a:moveTo>
                <a:cubicBezTo>
                  <a:pt x="5291567" y="4107009"/>
                  <a:pt x="4107009" y="5291567"/>
                  <a:pt x="2645783" y="5291567"/>
                </a:cubicBezTo>
                <a:cubicBezTo>
                  <a:pt x="1184557" y="5291567"/>
                  <a:pt x="0" y="4107009"/>
                  <a:pt x="0" y="2645783"/>
                </a:cubicBezTo>
                <a:cubicBezTo>
                  <a:pt x="0" y="1184557"/>
                  <a:pt x="1184557" y="0"/>
                  <a:pt x="2645783" y="0"/>
                </a:cubicBezTo>
                <a:cubicBezTo>
                  <a:pt x="4107009" y="0"/>
                  <a:pt x="5291567" y="1184557"/>
                  <a:pt x="5291567" y="2645783"/>
                </a:cubicBezTo>
                <a:close/>
              </a:path>
            </a:pathLst>
          </a:custGeom>
          <a:solidFill>
            <a:schemeClr val="tx1"/>
          </a:solidFill>
          <a:ln w="50800" cap="flat">
            <a:gradFill flip="none" rotWithShape="1">
              <a:gsLst>
                <a:gs pos="0">
                  <a:srgbClr val="3070E5"/>
                </a:gs>
                <a:gs pos="35000">
                  <a:srgbClr val="1ABBE9"/>
                </a:gs>
                <a:gs pos="43000">
                  <a:srgbClr val="1ABBE9"/>
                </a:gs>
                <a:gs pos="60000">
                  <a:srgbClr val="FD017F"/>
                </a:gs>
                <a:gs pos="100000">
                  <a:srgbClr val="FCA601"/>
                </a:gs>
              </a:gsLst>
              <a:lin ang="0" scaled="1"/>
              <a:tileRect/>
            </a:gradFill>
            <a:prstDash val="solid"/>
            <a:miter/>
          </a:ln>
        </p:spPr>
        <p:txBody>
          <a:bodyPr rtlCol="0" anchor="ctr"/>
          <a:lstStyle/>
          <a:p>
            <a:pPr lvl="0"/>
            <a:endParaRPr lang="en-US" dirty="0"/>
          </a:p>
        </p:txBody>
      </p:sp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281171" y="3181936"/>
            <a:ext cx="955675" cy="50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979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2, Four Speaker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EFAB65E-774E-7C2F-9733-CE6410F86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260471"/>
            <a:ext cx="10888663" cy="4351342"/>
          </a:xfrm>
          <a:prstGeom prst="rect">
            <a:avLst/>
          </a:prstGeom>
          <a:solidFill>
            <a:schemeClr val="tx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55688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20312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373652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373652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975F4503-6E14-DE87-30D2-13904F94B3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850" y="4363133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09DECD55-6AA1-8B80-F758-69B1E9337A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0687" y="4363133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058274" y="3188776"/>
            <a:ext cx="914400" cy="480447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490766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3, Four Speaker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23850" y="320675"/>
            <a:ext cx="792163" cy="416221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492374"/>
            <a:ext cx="10167938" cy="1243019"/>
          </a:xfrm>
        </p:spPr>
        <p:txBody>
          <a:bodyPr anchor="b" anchorCtr="0"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Slide Title Layout 3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49" y="3827463"/>
            <a:ext cx="1016793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4360863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72EFECA-80DB-74BA-813F-3952A15A502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30688" y="4360863"/>
            <a:ext cx="4886325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4990779"/>
            <a:ext cx="3725863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BBB47F0-F6D2-5FD5-1C2D-8963A9B280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0688" y="4990779"/>
            <a:ext cx="4886325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4182939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vent Only Title Slide 1, Two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18122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82746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436086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436086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449324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vent Only Title Slide 2, Four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55688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20312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373652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373652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975F4503-6E14-DE87-30D2-13904F94B3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850" y="4363133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09DECD55-6AA1-8B80-F758-69B1E9337A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0687" y="4363133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727031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vent Only Title Slide 3, Six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55688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20312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373652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373652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975F4503-6E14-DE87-30D2-13904F94B3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850" y="4363133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09DECD55-6AA1-8B80-F758-69B1E9337A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0687" y="4363133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989D1F9-5949-EAFF-931D-8121D6A66A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3850" y="4986338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3D1ACE7D-3D09-2D50-1C06-DBAD3893A9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30687" y="4986338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822029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A470DCA-01D3-75CC-4B81-AF6AC1F46C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98146"/>
            <a:ext cx="2749550" cy="49244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66DE8E-18DA-4564-080D-AD4F9F492D6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08588" y="296863"/>
            <a:ext cx="550862" cy="365125"/>
          </a:xfrm>
        </p:spPr>
        <p:txBody>
          <a:bodyPr vert="horz" lIns="0" tIns="0" rIns="0" bIns="0" rtlCol="0" anchor="t" anchorCtr="0"/>
          <a:lstStyle>
            <a:lvl1pPr marL="0" indent="0">
              <a:lnSpc>
                <a:spcPct val="90000"/>
              </a:lnSpc>
              <a:buNone/>
              <a:defRPr kumimoji="0" lang="en-US" sz="3200" b="0" i="0" u="none" strike="noStrike" cap="none" spc="27" normalizeH="0" baseline="0" dirty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j-lt"/>
                <a:cs typeface="CiscoSansTT Light" panose="020B0503020201020303" pitchFamily="34" charset="0"/>
              </a:defRPr>
            </a:lvl1pPr>
          </a:lstStyle>
          <a:p>
            <a:pPr marL="0" lvl="0" algn="r" defTabSz="914400" latinLnBrk="0"/>
            <a:r>
              <a:rPr lang="en-US" dirty="0"/>
              <a:t>##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21C779-BAEC-654A-5E9A-684AEBA7E39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4900" y="296863"/>
            <a:ext cx="5683250" cy="365125"/>
          </a:xfrm>
          <a:noFill/>
        </p:spPr>
        <p:txBody>
          <a:bodyPr anchor="t" anchorCtr="0"/>
          <a:lstStyle>
            <a:lvl1pPr marL="0" indent="0" algn="l" defTabSz="912276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1000"/>
              </a:spcAft>
              <a:buClrTx/>
              <a:buSzPct val="70000"/>
              <a:buFont typeface="Arial" panose="020B0604020202020204" pitchFamily="34" charset="0"/>
              <a:buNone/>
              <a:defRPr lang="en-US" sz="3200" b="0" i="0" u="none" kern="1200" dirty="0">
                <a:solidFill>
                  <a:schemeClr val="bg1"/>
                </a:solidFill>
                <a:latin typeface="+mj-lt"/>
                <a:ea typeface="CiscoSansTT Thin" charset="0"/>
                <a:cs typeface="CiscoSansTT Thin" charset="0"/>
              </a:defRPr>
            </a:lvl1pPr>
          </a:lstStyle>
          <a:p>
            <a:pPr lvl="0"/>
            <a:r>
              <a:rPr lang="en-US" dirty="0"/>
              <a:t>Agenda list placeholder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37F1A5-67B6-4A78-7FA7-0860E1B6F9B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 dirty="0"/>
              <a:t>Session ID: BRKSEC-XXXX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200302-2202-F22C-D162-871BF904F46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4766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740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09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 Title, Top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FB629D-1461-3E6E-194F-1E2781C58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4703763" cy="94645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02D1E1-C16C-597A-29F4-4F0B590395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84900" y="320675"/>
            <a:ext cx="5683250" cy="923925"/>
          </a:xfrm>
        </p:spPr>
        <p:txBody>
          <a:bodyPr/>
          <a:lstStyle>
            <a:lvl1pPr marL="0" indent="0">
              <a:buNone/>
              <a:defRPr sz="1800" b="0"/>
            </a:lvl1pPr>
            <a:lvl2pPr marL="182880" indent="0">
              <a:buNone/>
              <a:defRPr sz="1600" b="0"/>
            </a:lvl2pPr>
            <a:lvl3pPr marL="365760" indent="0">
              <a:buNone/>
              <a:defRPr sz="1400" b="0"/>
            </a:lvl3pPr>
            <a:lvl4pPr marL="548640" indent="0">
              <a:buNone/>
              <a:defRPr sz="1200" b="0"/>
            </a:lvl4pPr>
            <a:lvl5pPr marL="731520" indent="0">
              <a:buNone/>
              <a:defRPr sz="1100" b="0"/>
            </a:lvl5pPr>
          </a:lstStyle>
          <a:p>
            <a:pPr lvl="0"/>
            <a:r>
              <a:rPr lang="en-US" dirty="0"/>
              <a:t>Subheading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599622-5FA2-FEEE-3C33-0A896ADDB12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358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-2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11544300" cy="49244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740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-2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/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11544300" cy="49244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A259C3D-581C-B8BC-32B4-EE2B22A753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1114425"/>
            <a:ext cx="5772150" cy="441325"/>
          </a:xfrm>
        </p:spPr>
        <p:txBody>
          <a:bodyPr/>
          <a:lstStyle>
            <a:lvl1pPr marL="0" indent="0">
              <a:buNone/>
              <a:defRPr sz="160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187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092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, Section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9785467-C0DB-C17E-5173-C6C6A323A1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0"/>
            <a:ext cx="5772150" cy="466342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100"/>
            </a:lvl2pPr>
            <a:lvl3pPr marL="365760" indent="0">
              <a:buNone/>
              <a:defRPr sz="1050"/>
            </a:lvl3pPr>
            <a:lvl4pPr marL="548640" indent="0">
              <a:buNone/>
              <a:defRPr sz="1000"/>
            </a:lvl4pPr>
            <a:lvl5pPr marL="731520" indent="0">
              <a:buNone/>
              <a:defRPr sz="900"/>
            </a:lvl5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5281613" cy="1247775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033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, Section,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5376922-1A18-EB35-1718-708DF44FBF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0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200"/>
            </a:lvl2pPr>
            <a:lvl3pPr marL="365760" indent="0">
              <a:buNone/>
              <a:defRPr sz="1200"/>
            </a:lvl3pPr>
            <a:lvl4pPr marL="548640" indent="0">
              <a:buNone/>
              <a:defRPr sz="1200"/>
            </a:lvl4pPr>
            <a:lvl5pPr marL="731520" indent="0">
              <a:buNone/>
              <a:defRPr sz="1200"/>
            </a:lvl5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0702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 Title, Body Cop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6125826-3231-68F4-7FEE-8A01F6F42B5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81774" y="1244600"/>
            <a:ext cx="5286375" cy="4367213"/>
          </a:xfrm>
        </p:spPr>
        <p:txBody>
          <a:bodyPr anchor="ctr" anchorCtr="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396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 Section, Title, Body Cop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6125826-3231-68F4-7FEE-8A01F6F42B5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81774" y="1244600"/>
            <a:ext cx="5286375" cy="4367213"/>
          </a:xfrm>
        </p:spPr>
        <p:txBody>
          <a:bodyPr anchor="ctr" anchorCtr="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3B0377C-E9B5-910F-ED3D-37BEFE7948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0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200"/>
            </a:lvl2pPr>
            <a:lvl3pPr marL="365760" indent="0">
              <a:buNone/>
              <a:defRPr sz="1200"/>
            </a:lvl3pPr>
            <a:lvl4pPr marL="548640" indent="0">
              <a:buNone/>
              <a:defRPr sz="1200"/>
            </a:lvl4pPr>
            <a:lvl5pPr marL="731520" indent="0">
              <a:buNone/>
              <a:defRPr sz="1200"/>
            </a:lvl5pPr>
          </a:lstStyle>
          <a:p>
            <a:pPr lvl="0"/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759459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1 Column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953DF5-78A1-7006-522C-1EF18B91ADA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3850" y="952500"/>
            <a:ext cx="11544300" cy="5122863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207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2 Columns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3851" y="2492376"/>
            <a:ext cx="5486400" cy="1868488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81751" y="2494756"/>
            <a:ext cx="5486400" cy="1868488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0693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3851" y="2492376"/>
            <a:ext cx="5486400" cy="1868488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81751" y="2494756"/>
            <a:ext cx="5486400" cy="1868488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4828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 dirty="0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FF7876-DE6D-49C2-DD58-608A9798B3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48" y="2179638"/>
            <a:ext cx="347472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58639" y="2179638"/>
            <a:ext cx="347472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93430" y="2181225"/>
            <a:ext cx="347472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146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FF7876-DE6D-49C2-DD58-608A9798B3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0200" y="2179638"/>
            <a:ext cx="246888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51107" y="2179638"/>
            <a:ext cx="246888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72014" y="2179638"/>
            <a:ext cx="246888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DFF45C9-081C-CA2E-F4A7-8383A93B6B0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392920" y="2179638"/>
            <a:ext cx="246888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282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5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FF7876-DE6D-49C2-DD58-608A9798B3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0200" y="2179638"/>
            <a:ext cx="2011680" cy="24955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10180" y="2179638"/>
            <a:ext cx="2011680" cy="24955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90160" y="2179638"/>
            <a:ext cx="2011680" cy="24955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DFF45C9-081C-CA2E-F4A7-8383A93B6B0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470140" y="2179638"/>
            <a:ext cx="2011680" cy="24955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B7038BF-5DE9-94EF-1E39-92627DD8AC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850120" y="2181225"/>
            <a:ext cx="2011680" cy="2493963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208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, 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6862"/>
            <a:ext cx="5281613" cy="1258888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FBFEB48-5190-C5F8-C046-27E12C0DAE6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07430" y="320675"/>
            <a:ext cx="5760720" cy="5759451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55448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584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3 Photo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6862"/>
            <a:ext cx="7235825" cy="947738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FBFEB48-5190-C5F8-C046-27E12C0DAE6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40700" y="320675"/>
            <a:ext cx="3727450" cy="5759451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3716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257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/3 Photo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6862"/>
            <a:ext cx="3328987" cy="1258888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FBFEB48-5190-C5F8-C046-27E12C0DAE6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049713" y="320676"/>
            <a:ext cx="7818436" cy="5754688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46304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047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 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3116793"/>
            <a:ext cx="5284788" cy="1246188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03A889C-4BCD-59AA-132B-C3FD4F8E65F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184901" y="795338"/>
            <a:ext cx="5284788" cy="5284788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46304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666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3 Slide Title, Section, Body, 2/3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-2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49" y="622300"/>
            <a:ext cx="3328989" cy="15589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6653D0B-638B-EB5D-F379-EF10C80DCC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1" y="3429000"/>
            <a:ext cx="3328988" cy="2646363"/>
          </a:xfrm>
        </p:spPr>
        <p:txBody>
          <a:bodyPr anchor="b" anchorCtr="0"/>
          <a:lstStyle>
            <a:lvl1pPr marL="0" indent="0">
              <a:buNone/>
              <a:defRPr sz="160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798C8AA3-6350-A299-E288-D693A8EC893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049713" y="622300"/>
            <a:ext cx="7818436" cy="5453063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46304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3146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 Section, Title 1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9785467-C0DB-C17E-5173-C6C6A323A1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0"/>
            <a:ext cx="5772150" cy="466342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100"/>
            </a:lvl2pPr>
            <a:lvl3pPr marL="365760" indent="0">
              <a:buNone/>
              <a:defRPr sz="1050"/>
            </a:lvl3pPr>
            <a:lvl4pPr marL="548640" indent="0">
              <a:buNone/>
              <a:defRPr sz="1000"/>
            </a:lvl4pPr>
            <a:lvl5pPr marL="731520" indent="0">
              <a:buNone/>
              <a:defRPr sz="900"/>
            </a:lvl5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5281613" cy="1247775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2739B37-658D-FBF5-94C3-66EECB73F7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1" y="320675"/>
            <a:ext cx="5766436" cy="5754687"/>
          </a:xfrm>
          <a:prstGeom prst="roundRect">
            <a:avLst>
              <a:gd name="adj" fmla="val 1714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46304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</a:t>
            </a:r>
            <a:br>
              <a:rPr lang="en-US" dirty="0"/>
            </a:br>
            <a:r>
              <a:rPr lang="en-US" dirty="0"/>
              <a:t>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239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Full Margin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23850" y="952500"/>
            <a:ext cx="11544300" cy="5122863"/>
          </a:xfrm>
          <a:prstGeom prst="roundRect">
            <a:avLst>
              <a:gd name="adj" fmla="val 1503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18872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9265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Full Margin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1154430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99D23610-D323-6271-753B-C40A3678BD6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3850" y="1244600"/>
            <a:ext cx="11544300" cy="4830763"/>
          </a:xfrm>
          <a:prstGeom prst="roundRect">
            <a:avLst>
              <a:gd name="adj" fmla="val 1897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18872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560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Full Margin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-2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/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11544300" cy="49244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170B322-9DD5-07FB-D258-3DA95EF8E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3850" y="1244600"/>
            <a:ext cx="11544300" cy="4830763"/>
          </a:xfrm>
          <a:prstGeom prst="roundRect">
            <a:avLst>
              <a:gd name="adj" fmla="val 1897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28016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1142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-bleed Photo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 tIns="21031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038" y="952500"/>
            <a:ext cx="8794750" cy="91757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168980-BFE5-40AF-63BF-9DB031B379C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7B9760-CDAA-BC58-F236-F1837F40C2D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354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Bleed Photo,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 tIns="21031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2" y="4540250"/>
            <a:ext cx="10747375" cy="1071563"/>
          </a:xfrm>
        </p:spPr>
        <p:txBody>
          <a:bodyPr anchor="b" anchorCtr="0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243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-bleed Photo, Section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 tIns="21031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E21AB-8C85-5F58-60F8-E68917124A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97038" y="-7937"/>
            <a:ext cx="8794750" cy="466344"/>
          </a:xfrm>
        </p:spPr>
        <p:txBody>
          <a:bodyPr anchor="b" anchorCtr="0"/>
          <a:lstStyle>
            <a:lvl1pPr marL="0" indent="0" algn="ctr">
              <a:buNone/>
              <a:defRPr sz="1200"/>
            </a:lvl1pPr>
            <a:lvl2pPr algn="ctr">
              <a:defRPr sz="1400"/>
            </a:lvl2pPr>
            <a:lvl3pPr algn="ctr">
              <a:defRPr sz="1200"/>
            </a:lvl3pPr>
            <a:lvl4pPr algn="ctr">
              <a:defRPr sz="1100"/>
            </a:lvl4pPr>
            <a:lvl5pPr algn="ctr">
              <a:defRPr sz="1050"/>
            </a:lvl5pPr>
          </a:lstStyle>
          <a:p>
            <a:pPr lvl="0"/>
            <a:r>
              <a:rPr lang="en-US" dirty="0"/>
              <a:t>Section title placeholder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038" y="952500"/>
            <a:ext cx="8794750" cy="91757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758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-bleed Photo, Section, Titl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E21AB-8C85-5F58-60F8-E68917124A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97038" y="-7937"/>
            <a:ext cx="8794750" cy="466344"/>
          </a:xfrm>
        </p:spPr>
        <p:txBody>
          <a:bodyPr anchor="b" anchorCtr="0"/>
          <a:lstStyle>
            <a:lvl1pPr marL="0" indent="0" algn="ctr">
              <a:buNone/>
              <a:defRPr sz="1200"/>
            </a:lvl1pPr>
            <a:lvl2pPr algn="ctr">
              <a:defRPr sz="1400"/>
            </a:lvl2pPr>
            <a:lvl3pPr algn="ctr">
              <a:defRPr sz="1200"/>
            </a:lvl3pPr>
            <a:lvl4pPr algn="ctr">
              <a:defRPr sz="1100"/>
            </a:lvl4pPr>
            <a:lvl5pPr algn="ctr">
              <a:defRPr sz="1050"/>
            </a:lvl5pPr>
          </a:lstStyle>
          <a:p>
            <a:pPr lvl="0"/>
            <a:r>
              <a:rPr lang="en-US" dirty="0"/>
              <a:t>Section title placeholder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038" y="952500"/>
            <a:ext cx="8794750" cy="91757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525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pper 2/3 Photo, Section,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-7937"/>
            <a:ext cx="12192000" cy="4675188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37160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E21AB-8C85-5F58-60F8-E68917124A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-7937"/>
            <a:ext cx="8612188" cy="466344"/>
          </a:xfrm>
        </p:spPr>
        <p:txBody>
          <a:bodyPr anchor="b" anchorCtr="0"/>
          <a:lstStyle>
            <a:lvl1pPr marL="0" indent="0" algn="l">
              <a:buNone/>
              <a:defRPr sz="1200"/>
            </a:lvl1pPr>
            <a:lvl2pPr algn="ctr">
              <a:defRPr sz="1400"/>
            </a:lvl2pPr>
            <a:lvl3pPr algn="ctr">
              <a:defRPr sz="1200"/>
            </a:lvl3pPr>
            <a:lvl4pPr algn="ctr">
              <a:defRPr sz="1100"/>
            </a:lvl4pPr>
            <a:lvl5pPr algn="ctr">
              <a:defRPr sz="1050"/>
            </a:lvl5pPr>
          </a:lstStyle>
          <a:p>
            <a:pPr lvl="0"/>
            <a:r>
              <a:rPr lang="en-US" dirty="0"/>
              <a:t>Section title placeholder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5003800"/>
            <a:ext cx="8612188" cy="107156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6049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4" descr="Quotation Mark">
            <a:extLst>
              <a:ext uri="{FF2B5EF4-FFF2-40B4-BE49-F238E27FC236}">
                <a16:creationId xmlns:a16="http://schemas.microsoft.com/office/drawing/2014/main" id="{4B52BC46-48EA-B916-39B5-C5FF3FB612BC}"/>
              </a:ext>
            </a:extLst>
          </p:cNvPr>
          <p:cNvSpPr/>
          <p:nvPr/>
        </p:nvSpPr>
        <p:spPr>
          <a:xfrm>
            <a:off x="5731161" y="1132840"/>
            <a:ext cx="516694" cy="416701"/>
          </a:xfrm>
          <a:custGeom>
            <a:avLst/>
            <a:gdLst>
              <a:gd name="connsiteX0" fmla="*/ 418890 w 728197"/>
              <a:gd name="connsiteY0" fmla="*/ 587273 h 587273"/>
              <a:gd name="connsiteX1" fmla="*/ 383998 w 728197"/>
              <a:gd name="connsiteY1" fmla="*/ 552884 h 587273"/>
              <a:gd name="connsiteX2" fmla="*/ 383998 w 728197"/>
              <a:gd name="connsiteY2" fmla="*/ 552793 h 587273"/>
              <a:gd name="connsiteX3" fmla="*/ 383998 w 728197"/>
              <a:gd name="connsiteY3" fmla="*/ 367917 h 587273"/>
              <a:gd name="connsiteX4" fmla="*/ 513570 w 728197"/>
              <a:gd name="connsiteY4" fmla="*/ 79508 h 587273"/>
              <a:gd name="connsiteX5" fmla="*/ 728198 w 728197"/>
              <a:gd name="connsiteY5" fmla="*/ 0 h 587273"/>
              <a:gd name="connsiteX6" fmla="*/ 728198 w 728197"/>
              <a:gd name="connsiteY6" fmla="*/ 134713 h 587273"/>
              <a:gd name="connsiteX7" fmla="*/ 583354 w 728197"/>
              <a:gd name="connsiteY7" fmla="*/ 316104 h 587273"/>
              <a:gd name="connsiteX8" fmla="*/ 658414 w 728197"/>
              <a:gd name="connsiteY8" fmla="*/ 316104 h 587273"/>
              <a:gd name="connsiteX9" fmla="*/ 693398 w 728197"/>
              <a:gd name="connsiteY9" fmla="*/ 350585 h 587273"/>
              <a:gd name="connsiteX10" fmla="*/ 693398 w 728197"/>
              <a:gd name="connsiteY10" fmla="*/ 350677 h 587273"/>
              <a:gd name="connsiteX11" fmla="*/ 693398 w 728197"/>
              <a:gd name="connsiteY11" fmla="*/ 552426 h 587273"/>
              <a:gd name="connsiteX12" fmla="*/ 658599 w 728197"/>
              <a:gd name="connsiteY12" fmla="*/ 586907 h 587273"/>
              <a:gd name="connsiteX13" fmla="*/ 658506 w 728197"/>
              <a:gd name="connsiteY13" fmla="*/ 586907 h 587273"/>
              <a:gd name="connsiteX14" fmla="*/ 34892 w 728197"/>
              <a:gd name="connsiteY14" fmla="*/ 587273 h 587273"/>
              <a:gd name="connsiteX15" fmla="*/ 0 w 728197"/>
              <a:gd name="connsiteY15" fmla="*/ 552884 h 587273"/>
              <a:gd name="connsiteX16" fmla="*/ 0 w 728197"/>
              <a:gd name="connsiteY16" fmla="*/ 552793 h 587273"/>
              <a:gd name="connsiteX17" fmla="*/ 0 w 728197"/>
              <a:gd name="connsiteY17" fmla="*/ 367917 h 587273"/>
              <a:gd name="connsiteX18" fmla="*/ 129573 w 728197"/>
              <a:gd name="connsiteY18" fmla="*/ 79508 h 587273"/>
              <a:gd name="connsiteX19" fmla="*/ 344200 w 728197"/>
              <a:gd name="connsiteY19" fmla="*/ 0 h 587273"/>
              <a:gd name="connsiteX20" fmla="*/ 344200 w 728197"/>
              <a:gd name="connsiteY20" fmla="*/ 134713 h 587273"/>
              <a:gd name="connsiteX21" fmla="*/ 198986 w 728197"/>
              <a:gd name="connsiteY21" fmla="*/ 316104 h 587273"/>
              <a:gd name="connsiteX22" fmla="*/ 274046 w 728197"/>
              <a:gd name="connsiteY22" fmla="*/ 316104 h 587273"/>
              <a:gd name="connsiteX23" fmla="*/ 308938 w 728197"/>
              <a:gd name="connsiteY23" fmla="*/ 350677 h 587273"/>
              <a:gd name="connsiteX24" fmla="*/ 308938 w 728197"/>
              <a:gd name="connsiteY24" fmla="*/ 552426 h 587273"/>
              <a:gd name="connsiteX25" fmla="*/ 274138 w 728197"/>
              <a:gd name="connsiteY25" fmla="*/ 586907 h 587273"/>
              <a:gd name="connsiteX26" fmla="*/ 274046 w 728197"/>
              <a:gd name="connsiteY26" fmla="*/ 586907 h 587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28197" h="587273">
                <a:moveTo>
                  <a:pt x="418890" y="587273"/>
                </a:moveTo>
                <a:cubicBezTo>
                  <a:pt x="399670" y="587324"/>
                  <a:pt x="384048" y="571928"/>
                  <a:pt x="383998" y="552884"/>
                </a:cubicBezTo>
                <a:cubicBezTo>
                  <a:pt x="383998" y="552854"/>
                  <a:pt x="383998" y="552823"/>
                  <a:pt x="383998" y="552793"/>
                </a:cubicBezTo>
                <a:lnTo>
                  <a:pt x="383998" y="367917"/>
                </a:lnTo>
                <a:cubicBezTo>
                  <a:pt x="383998" y="240082"/>
                  <a:pt x="427189" y="143945"/>
                  <a:pt x="513570" y="79508"/>
                </a:cubicBezTo>
                <a:cubicBezTo>
                  <a:pt x="571693" y="35795"/>
                  <a:pt x="643235" y="9292"/>
                  <a:pt x="728198" y="0"/>
                </a:cubicBezTo>
                <a:lnTo>
                  <a:pt x="728198" y="134713"/>
                </a:lnTo>
                <a:cubicBezTo>
                  <a:pt x="631694" y="155439"/>
                  <a:pt x="583419" y="215902"/>
                  <a:pt x="583354" y="316104"/>
                </a:cubicBezTo>
                <a:lnTo>
                  <a:pt x="658414" y="316104"/>
                </a:lnTo>
                <a:cubicBezTo>
                  <a:pt x="677683" y="316054"/>
                  <a:pt x="693343" y="331491"/>
                  <a:pt x="693398" y="350585"/>
                </a:cubicBezTo>
                <a:cubicBezTo>
                  <a:pt x="693398" y="350615"/>
                  <a:pt x="693398" y="350646"/>
                  <a:pt x="693398" y="350677"/>
                </a:cubicBezTo>
                <a:lnTo>
                  <a:pt x="693398" y="552426"/>
                </a:lnTo>
                <a:cubicBezTo>
                  <a:pt x="693398" y="571469"/>
                  <a:pt x="677822" y="586907"/>
                  <a:pt x="658599" y="586907"/>
                </a:cubicBezTo>
                <a:cubicBezTo>
                  <a:pt x="658571" y="586907"/>
                  <a:pt x="658534" y="586907"/>
                  <a:pt x="658506" y="586907"/>
                </a:cubicBezTo>
                <a:close/>
                <a:moveTo>
                  <a:pt x="34892" y="587273"/>
                </a:moveTo>
                <a:cubicBezTo>
                  <a:pt x="15673" y="587324"/>
                  <a:pt x="51" y="571928"/>
                  <a:pt x="0" y="552884"/>
                </a:cubicBezTo>
                <a:cubicBezTo>
                  <a:pt x="0" y="552854"/>
                  <a:pt x="0" y="552823"/>
                  <a:pt x="0" y="552793"/>
                </a:cubicBezTo>
                <a:lnTo>
                  <a:pt x="0" y="367917"/>
                </a:lnTo>
                <a:cubicBezTo>
                  <a:pt x="0" y="240082"/>
                  <a:pt x="43191" y="143945"/>
                  <a:pt x="129573" y="79508"/>
                </a:cubicBezTo>
                <a:cubicBezTo>
                  <a:pt x="187695" y="35795"/>
                  <a:pt x="259238" y="9292"/>
                  <a:pt x="344200" y="0"/>
                </a:cubicBezTo>
                <a:lnTo>
                  <a:pt x="344200" y="134713"/>
                </a:lnTo>
                <a:cubicBezTo>
                  <a:pt x="247391" y="155439"/>
                  <a:pt x="198986" y="215902"/>
                  <a:pt x="198986" y="316104"/>
                </a:cubicBezTo>
                <a:lnTo>
                  <a:pt x="274046" y="316104"/>
                </a:lnTo>
                <a:cubicBezTo>
                  <a:pt x="293316" y="316104"/>
                  <a:pt x="308938" y="331583"/>
                  <a:pt x="308938" y="350677"/>
                </a:cubicBezTo>
                <a:lnTo>
                  <a:pt x="308938" y="552426"/>
                </a:lnTo>
                <a:cubicBezTo>
                  <a:pt x="308938" y="571469"/>
                  <a:pt x="293358" y="586907"/>
                  <a:pt x="274138" y="586907"/>
                </a:cubicBezTo>
                <a:cubicBezTo>
                  <a:pt x="274108" y="586907"/>
                  <a:pt x="274076" y="586907"/>
                  <a:pt x="274046" y="586907"/>
                </a:cubicBezTo>
                <a:close/>
              </a:path>
            </a:pathLst>
          </a:custGeom>
          <a:noFill/>
          <a:ln w="15875" cap="flat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700000" scaled="1"/>
              <a:tileRect/>
            </a:gra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368BC5-9F97-A637-CA24-35B03B63AA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97038" y="1876424"/>
            <a:ext cx="8794750" cy="2174875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dirty="0"/>
              <a:t>Quote slide 1, </a:t>
            </a: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</a:t>
            </a:r>
            <a:r>
              <a:rPr lang="en-GB" dirty="0" err="1"/>
              <a:t>euismod</a:t>
            </a:r>
            <a:r>
              <a:rPr lang="en-GB" dirty="0"/>
              <a:t>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r>
              <a:rPr lang="en-GB" dirty="0"/>
              <a:t> dolore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765B2C-5060-1909-C557-ADA0DD5D99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97038" y="4360863"/>
            <a:ext cx="8794750" cy="625475"/>
          </a:xfrm>
        </p:spPr>
        <p:txBody>
          <a:bodyPr/>
          <a:lstStyle>
            <a:lvl1pPr marL="0" indent="0" algn="ctr">
              <a:lnSpc>
                <a:spcPct val="110000"/>
              </a:lnSpc>
              <a:spcAft>
                <a:spcPts val="0"/>
              </a:spcAft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Role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CFFC5C-7657-95D9-3E3C-A05AC680CB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99777-CA26-AFF0-62B3-9D957F6FDE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290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4" descr="Quotation Mark">
            <a:extLst>
              <a:ext uri="{FF2B5EF4-FFF2-40B4-BE49-F238E27FC236}">
                <a16:creationId xmlns:a16="http://schemas.microsoft.com/office/drawing/2014/main" id="{4B52BC46-48EA-B916-39B5-C5FF3FB612BC}"/>
              </a:ext>
            </a:extLst>
          </p:cNvPr>
          <p:cNvSpPr/>
          <p:nvPr/>
        </p:nvSpPr>
        <p:spPr>
          <a:xfrm>
            <a:off x="5731161" y="963295"/>
            <a:ext cx="516694" cy="416701"/>
          </a:xfrm>
          <a:custGeom>
            <a:avLst/>
            <a:gdLst>
              <a:gd name="connsiteX0" fmla="*/ 418890 w 728197"/>
              <a:gd name="connsiteY0" fmla="*/ 587273 h 587273"/>
              <a:gd name="connsiteX1" fmla="*/ 383998 w 728197"/>
              <a:gd name="connsiteY1" fmla="*/ 552884 h 587273"/>
              <a:gd name="connsiteX2" fmla="*/ 383998 w 728197"/>
              <a:gd name="connsiteY2" fmla="*/ 552793 h 587273"/>
              <a:gd name="connsiteX3" fmla="*/ 383998 w 728197"/>
              <a:gd name="connsiteY3" fmla="*/ 367917 h 587273"/>
              <a:gd name="connsiteX4" fmla="*/ 513570 w 728197"/>
              <a:gd name="connsiteY4" fmla="*/ 79508 h 587273"/>
              <a:gd name="connsiteX5" fmla="*/ 728198 w 728197"/>
              <a:gd name="connsiteY5" fmla="*/ 0 h 587273"/>
              <a:gd name="connsiteX6" fmla="*/ 728198 w 728197"/>
              <a:gd name="connsiteY6" fmla="*/ 134713 h 587273"/>
              <a:gd name="connsiteX7" fmla="*/ 583354 w 728197"/>
              <a:gd name="connsiteY7" fmla="*/ 316104 h 587273"/>
              <a:gd name="connsiteX8" fmla="*/ 658414 w 728197"/>
              <a:gd name="connsiteY8" fmla="*/ 316104 h 587273"/>
              <a:gd name="connsiteX9" fmla="*/ 693398 w 728197"/>
              <a:gd name="connsiteY9" fmla="*/ 350585 h 587273"/>
              <a:gd name="connsiteX10" fmla="*/ 693398 w 728197"/>
              <a:gd name="connsiteY10" fmla="*/ 350677 h 587273"/>
              <a:gd name="connsiteX11" fmla="*/ 693398 w 728197"/>
              <a:gd name="connsiteY11" fmla="*/ 552426 h 587273"/>
              <a:gd name="connsiteX12" fmla="*/ 658599 w 728197"/>
              <a:gd name="connsiteY12" fmla="*/ 586907 h 587273"/>
              <a:gd name="connsiteX13" fmla="*/ 658506 w 728197"/>
              <a:gd name="connsiteY13" fmla="*/ 586907 h 587273"/>
              <a:gd name="connsiteX14" fmla="*/ 34892 w 728197"/>
              <a:gd name="connsiteY14" fmla="*/ 587273 h 587273"/>
              <a:gd name="connsiteX15" fmla="*/ 0 w 728197"/>
              <a:gd name="connsiteY15" fmla="*/ 552884 h 587273"/>
              <a:gd name="connsiteX16" fmla="*/ 0 w 728197"/>
              <a:gd name="connsiteY16" fmla="*/ 552793 h 587273"/>
              <a:gd name="connsiteX17" fmla="*/ 0 w 728197"/>
              <a:gd name="connsiteY17" fmla="*/ 367917 h 587273"/>
              <a:gd name="connsiteX18" fmla="*/ 129573 w 728197"/>
              <a:gd name="connsiteY18" fmla="*/ 79508 h 587273"/>
              <a:gd name="connsiteX19" fmla="*/ 344200 w 728197"/>
              <a:gd name="connsiteY19" fmla="*/ 0 h 587273"/>
              <a:gd name="connsiteX20" fmla="*/ 344200 w 728197"/>
              <a:gd name="connsiteY20" fmla="*/ 134713 h 587273"/>
              <a:gd name="connsiteX21" fmla="*/ 198986 w 728197"/>
              <a:gd name="connsiteY21" fmla="*/ 316104 h 587273"/>
              <a:gd name="connsiteX22" fmla="*/ 274046 w 728197"/>
              <a:gd name="connsiteY22" fmla="*/ 316104 h 587273"/>
              <a:gd name="connsiteX23" fmla="*/ 308938 w 728197"/>
              <a:gd name="connsiteY23" fmla="*/ 350677 h 587273"/>
              <a:gd name="connsiteX24" fmla="*/ 308938 w 728197"/>
              <a:gd name="connsiteY24" fmla="*/ 552426 h 587273"/>
              <a:gd name="connsiteX25" fmla="*/ 274138 w 728197"/>
              <a:gd name="connsiteY25" fmla="*/ 586907 h 587273"/>
              <a:gd name="connsiteX26" fmla="*/ 274046 w 728197"/>
              <a:gd name="connsiteY26" fmla="*/ 586907 h 587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28197" h="587273">
                <a:moveTo>
                  <a:pt x="418890" y="587273"/>
                </a:moveTo>
                <a:cubicBezTo>
                  <a:pt x="399670" y="587324"/>
                  <a:pt x="384048" y="571928"/>
                  <a:pt x="383998" y="552884"/>
                </a:cubicBezTo>
                <a:cubicBezTo>
                  <a:pt x="383998" y="552854"/>
                  <a:pt x="383998" y="552823"/>
                  <a:pt x="383998" y="552793"/>
                </a:cubicBezTo>
                <a:lnTo>
                  <a:pt x="383998" y="367917"/>
                </a:lnTo>
                <a:cubicBezTo>
                  <a:pt x="383998" y="240082"/>
                  <a:pt x="427189" y="143945"/>
                  <a:pt x="513570" y="79508"/>
                </a:cubicBezTo>
                <a:cubicBezTo>
                  <a:pt x="571693" y="35795"/>
                  <a:pt x="643235" y="9292"/>
                  <a:pt x="728198" y="0"/>
                </a:cubicBezTo>
                <a:lnTo>
                  <a:pt x="728198" y="134713"/>
                </a:lnTo>
                <a:cubicBezTo>
                  <a:pt x="631694" y="155439"/>
                  <a:pt x="583419" y="215902"/>
                  <a:pt x="583354" y="316104"/>
                </a:cubicBezTo>
                <a:lnTo>
                  <a:pt x="658414" y="316104"/>
                </a:lnTo>
                <a:cubicBezTo>
                  <a:pt x="677683" y="316054"/>
                  <a:pt x="693343" y="331491"/>
                  <a:pt x="693398" y="350585"/>
                </a:cubicBezTo>
                <a:cubicBezTo>
                  <a:pt x="693398" y="350615"/>
                  <a:pt x="693398" y="350646"/>
                  <a:pt x="693398" y="350677"/>
                </a:cubicBezTo>
                <a:lnTo>
                  <a:pt x="693398" y="552426"/>
                </a:lnTo>
                <a:cubicBezTo>
                  <a:pt x="693398" y="571469"/>
                  <a:pt x="677822" y="586907"/>
                  <a:pt x="658599" y="586907"/>
                </a:cubicBezTo>
                <a:cubicBezTo>
                  <a:pt x="658571" y="586907"/>
                  <a:pt x="658534" y="586907"/>
                  <a:pt x="658506" y="586907"/>
                </a:cubicBezTo>
                <a:close/>
                <a:moveTo>
                  <a:pt x="34892" y="587273"/>
                </a:moveTo>
                <a:cubicBezTo>
                  <a:pt x="15673" y="587324"/>
                  <a:pt x="51" y="571928"/>
                  <a:pt x="0" y="552884"/>
                </a:cubicBezTo>
                <a:cubicBezTo>
                  <a:pt x="0" y="552854"/>
                  <a:pt x="0" y="552823"/>
                  <a:pt x="0" y="552793"/>
                </a:cubicBezTo>
                <a:lnTo>
                  <a:pt x="0" y="367917"/>
                </a:lnTo>
                <a:cubicBezTo>
                  <a:pt x="0" y="240082"/>
                  <a:pt x="43191" y="143945"/>
                  <a:pt x="129573" y="79508"/>
                </a:cubicBezTo>
                <a:cubicBezTo>
                  <a:pt x="187695" y="35795"/>
                  <a:pt x="259238" y="9292"/>
                  <a:pt x="344200" y="0"/>
                </a:cubicBezTo>
                <a:lnTo>
                  <a:pt x="344200" y="134713"/>
                </a:lnTo>
                <a:cubicBezTo>
                  <a:pt x="247391" y="155439"/>
                  <a:pt x="198986" y="215902"/>
                  <a:pt x="198986" y="316104"/>
                </a:cubicBezTo>
                <a:lnTo>
                  <a:pt x="274046" y="316104"/>
                </a:lnTo>
                <a:cubicBezTo>
                  <a:pt x="293316" y="316104"/>
                  <a:pt x="308938" y="331583"/>
                  <a:pt x="308938" y="350677"/>
                </a:cubicBezTo>
                <a:lnTo>
                  <a:pt x="308938" y="552426"/>
                </a:lnTo>
                <a:cubicBezTo>
                  <a:pt x="308938" y="571469"/>
                  <a:pt x="293358" y="586907"/>
                  <a:pt x="274138" y="586907"/>
                </a:cubicBezTo>
                <a:cubicBezTo>
                  <a:pt x="274108" y="586907"/>
                  <a:pt x="274076" y="586907"/>
                  <a:pt x="274046" y="586907"/>
                </a:cubicBezTo>
                <a:close/>
              </a:path>
            </a:pathLst>
          </a:custGeom>
          <a:noFill/>
          <a:ln w="15875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368BC5-9F97-A637-CA24-35B03B63AA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97038" y="1706879"/>
            <a:ext cx="8794750" cy="2174875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dirty="0"/>
              <a:t>Quote slide 1, </a:t>
            </a: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</a:t>
            </a:r>
            <a:r>
              <a:rPr lang="en-GB" dirty="0" err="1"/>
              <a:t>euismod</a:t>
            </a:r>
            <a:r>
              <a:rPr lang="en-GB" dirty="0"/>
              <a:t>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r>
              <a:rPr lang="en-GB" dirty="0"/>
              <a:t> dolore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765B2C-5060-1909-C557-ADA0DD5D99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97038" y="4191318"/>
            <a:ext cx="8794750" cy="625475"/>
          </a:xfrm>
        </p:spPr>
        <p:txBody>
          <a:bodyPr/>
          <a:lstStyle>
            <a:lvl1pPr marL="0" indent="0" algn="ctr">
              <a:lnSpc>
                <a:spcPct val="110000"/>
              </a:lnSpc>
              <a:spcAft>
                <a:spcPts val="0"/>
              </a:spcAft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Role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CFFC5C-7657-95D9-3E3C-A05AC680CB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99777-CA26-AFF0-62B3-9D957F6FDE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7775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68BC5-9F97-A637-CA24-35B03B63AA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1244600"/>
            <a:ext cx="5373688" cy="3167380"/>
          </a:xfrm>
        </p:spPr>
        <p:txBody>
          <a:bodyPr/>
          <a:lstStyle>
            <a:lvl1pPr algn="l">
              <a:defRPr sz="4000"/>
            </a:lvl1pPr>
          </a:lstStyle>
          <a:p>
            <a:r>
              <a:rPr lang="en-US" dirty="0"/>
              <a:t>“Quote slide 1, </a:t>
            </a: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no </a:t>
            </a:r>
            <a:r>
              <a:rPr lang="en-GB" dirty="0" err="1"/>
              <a:t>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</a:t>
            </a:r>
            <a:r>
              <a:rPr lang="en-GB" dirty="0" err="1"/>
              <a:t>euismod</a:t>
            </a:r>
            <a:r>
              <a:rPr lang="en-GB" dirty="0"/>
              <a:t>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r>
              <a:rPr lang="en-GB" dirty="0"/>
              <a:t>”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765B2C-5060-1909-C557-ADA0DD5D99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4726305"/>
            <a:ext cx="5373688" cy="673417"/>
          </a:xfrm>
        </p:spPr>
        <p:txBody>
          <a:bodyPr/>
          <a:lstStyle>
            <a:lvl1pPr marL="0" indent="0" algn="l">
              <a:spcAft>
                <a:spcPts val="0"/>
              </a:spcAft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Role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CFFC5C-7657-95D9-3E3C-A05AC680CB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99777-CA26-AFF0-62B3-9D957F6FDE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381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, Title, Body Copy, Graphi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FB629D-1461-3E6E-194F-1E2781C58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5683250" cy="94645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02D1E1-C16C-597A-29F4-4F0B590395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1555750"/>
            <a:ext cx="5683250" cy="923925"/>
          </a:xfrm>
        </p:spPr>
        <p:txBody>
          <a:bodyPr/>
          <a:lstStyle>
            <a:lvl1pPr marL="0" indent="0">
              <a:buNone/>
              <a:defRPr sz="1800" b="0"/>
            </a:lvl1pPr>
            <a:lvl2pPr marL="182880" indent="0">
              <a:buNone/>
              <a:defRPr sz="1600" b="0"/>
            </a:lvl2pPr>
            <a:lvl3pPr marL="365760" indent="0">
              <a:buNone/>
              <a:defRPr sz="1400" b="0"/>
            </a:lvl3pPr>
            <a:lvl4pPr marL="548640" indent="0">
              <a:buNone/>
              <a:defRPr sz="1200" b="0"/>
            </a:lvl4pPr>
            <a:lvl5pPr marL="731520" indent="0">
              <a:buNone/>
              <a:defRPr sz="1100" b="0"/>
            </a:lvl5pPr>
          </a:lstStyle>
          <a:p>
            <a:pPr lvl="0"/>
            <a:r>
              <a:rPr lang="en-US" dirty="0"/>
              <a:t>Body copy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599622-5FA2-FEEE-3C33-0A896ADDB12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2944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C50E13-06E5-F6BB-7667-EE8E9893D0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005315C-F3C4-4817-6DB5-825E9E8E9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798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Char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BD67761C-12AC-06B4-1032-66C47B765FE0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722313" y="1555750"/>
            <a:ext cx="10747375" cy="4519613"/>
          </a:xfrm>
        </p:spPr>
        <p:txBody>
          <a:bodyPr tIns="9144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below to add a chart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3533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B0E688F9-03DF-D354-A8AF-EF5349F39C6B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323850" y="1555750"/>
            <a:ext cx="11544300" cy="4519613"/>
          </a:xfrm>
        </p:spPr>
        <p:txBody>
          <a:bodyPr tIns="9144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below to add a table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4719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 Title,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89EC94CF-F758-4A7C-3B39-A1EFC1EA815A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>
          <a:xfrm>
            <a:off x="6581775" y="952500"/>
            <a:ext cx="4887913" cy="4968875"/>
          </a:xfrm>
        </p:spPr>
        <p:txBody>
          <a:bodyPr tIns="9144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below to add chart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615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1, Title, Sub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E0C9451-8976-3C96-3C4E-F9624BB3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8063" y="952500"/>
            <a:ext cx="7634288" cy="2476500"/>
          </a:xfrm>
        </p:spPr>
        <p:txBody>
          <a:bodyPr anchor="b" anchorCtr="0"/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D4A8F9-F7CA-7BED-9594-D64F51EE92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78063" y="3738563"/>
            <a:ext cx="7634287" cy="936625"/>
          </a:xfrm>
        </p:spPr>
        <p:txBody>
          <a:bodyPr/>
          <a:lstStyle>
            <a:lvl1pPr marL="0" indent="0" algn="ctr">
              <a:buNone/>
              <a:defRPr/>
            </a:lvl1pPr>
            <a:lvl2pPr marL="182880" indent="0" algn="ctr">
              <a:buNone/>
              <a:defRPr/>
            </a:lvl2pPr>
            <a:lvl3pPr marL="365760" indent="0" algn="ctr">
              <a:buNone/>
              <a:defRPr/>
            </a:lvl3pPr>
            <a:lvl4pPr marL="548640" indent="0" algn="ctr">
              <a:buNone/>
              <a:defRPr/>
            </a:lvl4pPr>
            <a:lvl5pPr marL="731520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3146B2-9533-23DF-7DA9-0EBFD969778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D4EDA1-89C5-8341-7EDE-FCCAAA0607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4313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Statement 1, Title, Sub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BE3366F-F43E-6996-B128-0A001300FD2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 tIns="2743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76B6A35-8740-9D1E-A189-71BC5C742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8063" y="952500"/>
            <a:ext cx="7634288" cy="1537465"/>
          </a:xfrm>
        </p:spPr>
        <p:txBody>
          <a:bodyPr anchor="b" anchorCtr="0"/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D4A8F9-F7CA-7BED-9594-D64F51EE92B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78063" y="2492374"/>
            <a:ext cx="7634287" cy="311152"/>
          </a:xfrm>
        </p:spPr>
        <p:txBody>
          <a:bodyPr/>
          <a:lstStyle>
            <a:lvl1pPr marL="0" indent="0" algn="ctr">
              <a:buNone/>
              <a:defRPr/>
            </a:lvl1pPr>
            <a:lvl2pPr marL="182880" indent="0" algn="ctr">
              <a:buNone/>
              <a:defRPr/>
            </a:lvl2pPr>
            <a:lvl3pPr marL="365760" indent="0" algn="ctr">
              <a:buNone/>
              <a:defRPr/>
            </a:lvl3pPr>
            <a:lvl4pPr marL="548640" indent="0" algn="ctr">
              <a:buNone/>
              <a:defRPr/>
            </a:lvl4pPr>
            <a:lvl5pPr marL="731520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703969-9100-4398-1394-9B9B34222C6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CFB270-12CC-4B92-85FD-B7710644F26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498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885A1-2C43-8640-F232-FC5413728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492231"/>
            <a:ext cx="7634288" cy="1870075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528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DF17AB4-9E08-0A74-D302-44EB1D55B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492375"/>
            <a:ext cx="7634288" cy="1868488"/>
          </a:xfrm>
        </p:spPr>
        <p:txBody>
          <a:bodyPr wrap="square" anchor="ctr" anchorCtr="0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102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1CEAE-269F-9001-82E1-E63AB4812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492375"/>
            <a:ext cx="7634288" cy="1868487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3240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 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1CEAE-269F-9001-82E1-E63AB4812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492375"/>
            <a:ext cx="7235825" cy="1868487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68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5412D7-A614-E163-F131-6847698E77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244601"/>
            <a:ext cx="10888663" cy="4367212"/>
          </a:xfrm>
          <a:prstGeom prst="rect">
            <a:avLst/>
          </a:prstGeom>
          <a:solidFill>
            <a:schemeClr val="tx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BFD99A5-A6E1-0514-02DB-84C6BD1878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3114676"/>
            <a:ext cx="2749550" cy="623888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en-US" dirty="0"/>
              <a:t>Thank you</a:t>
            </a:r>
          </a:p>
        </p:txBody>
      </p:sp>
      <p:pic>
        <p:nvPicPr>
          <p:cNvPr id="18" name="Picture 7" descr="Cisco logo">
            <a:extLst>
              <a:ext uri="{FF2B5EF4-FFF2-40B4-BE49-F238E27FC236}">
                <a16:creationId xmlns:a16="http://schemas.microsoft.com/office/drawing/2014/main" id="{56775E76-582E-6CCC-1676-4F670B0BFC5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058274" y="3188776"/>
            <a:ext cx="914400" cy="48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80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BFD99A5-A6E1-0514-02DB-84C6BD1878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3114676"/>
            <a:ext cx="2749550" cy="623888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017748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aphic 2" descr="Cisco logo">
            <a:extLst>
              <a:ext uri="{FF2B5EF4-FFF2-40B4-BE49-F238E27FC236}">
                <a16:creationId xmlns:a16="http://schemas.microsoft.com/office/drawing/2014/main" id="{9A32CA38-C4CF-D4BC-78F1-F151F8F9799C}"/>
              </a:ext>
            </a:extLst>
          </p:cNvPr>
          <p:cNvGrpSpPr>
            <a:grpSpLocks noChangeAspect="1"/>
          </p:cNvGrpSpPr>
          <p:nvPr/>
        </p:nvGrpSpPr>
        <p:grpSpPr>
          <a:xfrm>
            <a:off x="5487122" y="2978332"/>
            <a:ext cx="1217756" cy="640080"/>
            <a:chOff x="7202835" y="2919593"/>
            <a:chExt cx="1014444" cy="533215"/>
          </a:xfrm>
          <a:solidFill>
            <a:schemeClr val="bg1"/>
          </a:solidFill>
        </p:grpSpPr>
        <p:sp>
          <p:nvSpPr>
            <p:cNvPr id="4" name="Freeform 24">
              <a:extLst>
                <a:ext uri="{FF2B5EF4-FFF2-40B4-BE49-F238E27FC236}">
                  <a16:creationId xmlns:a16="http://schemas.microsoft.com/office/drawing/2014/main" id="{0848F511-CD0C-4E21-1411-CA7D0F6E3A43}"/>
                </a:ext>
              </a:extLst>
            </p:cNvPr>
            <p:cNvSpPr/>
            <p:nvPr/>
          </p:nvSpPr>
          <p:spPr>
            <a:xfrm>
              <a:off x="7489875" y="3273956"/>
              <a:ext cx="44467" cy="175170"/>
            </a:xfrm>
            <a:custGeom>
              <a:avLst/>
              <a:gdLst>
                <a:gd name="connsiteX0" fmla="*/ 0 w 44467"/>
                <a:gd name="connsiteY0" fmla="*/ 0 h 175170"/>
                <a:gd name="connsiteX1" fmla="*/ 44467 w 44467"/>
                <a:gd name="connsiteY1" fmla="*/ 0 h 175170"/>
                <a:gd name="connsiteX2" fmla="*/ 44467 w 44467"/>
                <a:gd name="connsiteY2" fmla="*/ 175170 h 175170"/>
                <a:gd name="connsiteX3" fmla="*/ 0 w 44467"/>
                <a:gd name="connsiteY3" fmla="*/ 175170 h 175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67" h="175170">
                  <a:moveTo>
                    <a:pt x="0" y="0"/>
                  </a:moveTo>
                  <a:lnTo>
                    <a:pt x="44467" y="0"/>
                  </a:lnTo>
                  <a:lnTo>
                    <a:pt x="44467" y="175170"/>
                  </a:lnTo>
                  <a:lnTo>
                    <a:pt x="0" y="175170"/>
                  </a:lnTo>
                  <a:close/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5" name="Freeform 25">
              <a:extLst>
                <a:ext uri="{FF2B5EF4-FFF2-40B4-BE49-F238E27FC236}">
                  <a16:creationId xmlns:a16="http://schemas.microsoft.com/office/drawing/2014/main" id="{CE7BD058-D0FF-047D-F5E7-7A0A610E086D}"/>
                </a:ext>
              </a:extLst>
            </p:cNvPr>
            <p:cNvSpPr/>
            <p:nvPr/>
          </p:nvSpPr>
          <p:spPr>
            <a:xfrm>
              <a:off x="7758493" y="3270889"/>
              <a:ext cx="134399" cy="181394"/>
            </a:xfrm>
            <a:custGeom>
              <a:avLst/>
              <a:gdLst>
                <a:gd name="connsiteX0" fmla="*/ 0 w 134399"/>
                <a:gd name="connsiteY0" fmla="*/ 90652 h 181394"/>
                <a:gd name="connsiteX1" fmla="*/ 93835 w 134399"/>
                <a:gd name="connsiteY1" fmla="*/ 181394 h 181394"/>
                <a:gd name="connsiteX2" fmla="*/ 134400 w 134399"/>
                <a:gd name="connsiteY2" fmla="*/ 175170 h 181394"/>
                <a:gd name="connsiteX3" fmla="*/ 134400 w 134399"/>
                <a:gd name="connsiteY3" fmla="*/ 128176 h 181394"/>
                <a:gd name="connsiteX4" fmla="*/ 97011 w 134399"/>
                <a:gd name="connsiteY4" fmla="*/ 137196 h 181394"/>
                <a:gd name="connsiteX5" fmla="*/ 50003 w 134399"/>
                <a:gd name="connsiteY5" fmla="*/ 90472 h 181394"/>
                <a:gd name="connsiteX6" fmla="*/ 97011 w 134399"/>
                <a:gd name="connsiteY6" fmla="*/ 43747 h 181394"/>
                <a:gd name="connsiteX7" fmla="*/ 134400 w 134399"/>
                <a:gd name="connsiteY7" fmla="*/ 52768 h 181394"/>
                <a:gd name="connsiteX8" fmla="*/ 134400 w 134399"/>
                <a:gd name="connsiteY8" fmla="*/ 6314 h 181394"/>
                <a:gd name="connsiteX9" fmla="*/ 93835 w 134399"/>
                <a:gd name="connsiteY9" fmla="*/ 0 h 181394"/>
                <a:gd name="connsiteX10" fmla="*/ 0 w 134399"/>
                <a:gd name="connsiteY10" fmla="*/ 90652 h 18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4399" h="181394">
                  <a:moveTo>
                    <a:pt x="0" y="90652"/>
                  </a:moveTo>
                  <a:cubicBezTo>
                    <a:pt x="0" y="147118"/>
                    <a:pt x="43832" y="181394"/>
                    <a:pt x="93835" y="181394"/>
                  </a:cubicBezTo>
                  <a:cubicBezTo>
                    <a:pt x="107583" y="181261"/>
                    <a:pt x="121250" y="179165"/>
                    <a:pt x="134400" y="175170"/>
                  </a:cubicBezTo>
                  <a:lnTo>
                    <a:pt x="134400" y="128176"/>
                  </a:lnTo>
                  <a:cubicBezTo>
                    <a:pt x="122893" y="134240"/>
                    <a:pt x="110034" y="137341"/>
                    <a:pt x="97011" y="137196"/>
                  </a:cubicBezTo>
                  <a:cubicBezTo>
                    <a:pt x="71048" y="137196"/>
                    <a:pt x="50003" y="116276"/>
                    <a:pt x="50003" y="90472"/>
                  </a:cubicBezTo>
                  <a:cubicBezTo>
                    <a:pt x="50003" y="64667"/>
                    <a:pt x="71048" y="43747"/>
                    <a:pt x="97011" y="43747"/>
                  </a:cubicBezTo>
                  <a:cubicBezTo>
                    <a:pt x="110034" y="43598"/>
                    <a:pt x="122893" y="46700"/>
                    <a:pt x="134400" y="52768"/>
                  </a:cubicBezTo>
                  <a:lnTo>
                    <a:pt x="134400" y="6314"/>
                  </a:lnTo>
                  <a:cubicBezTo>
                    <a:pt x="121287" y="2146"/>
                    <a:pt x="107602" y="15"/>
                    <a:pt x="93835" y="0"/>
                  </a:cubicBezTo>
                  <a:cubicBezTo>
                    <a:pt x="39385" y="0"/>
                    <a:pt x="0" y="38335"/>
                    <a:pt x="0" y="9065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6" name="Freeform 26">
              <a:extLst>
                <a:ext uri="{FF2B5EF4-FFF2-40B4-BE49-F238E27FC236}">
                  <a16:creationId xmlns:a16="http://schemas.microsoft.com/office/drawing/2014/main" id="{83623A44-0F0F-1370-66F6-0846CAF90985}"/>
                </a:ext>
              </a:extLst>
            </p:cNvPr>
            <p:cNvSpPr/>
            <p:nvPr/>
          </p:nvSpPr>
          <p:spPr>
            <a:xfrm>
              <a:off x="7294401" y="3270889"/>
              <a:ext cx="134581" cy="181394"/>
            </a:xfrm>
            <a:custGeom>
              <a:avLst/>
              <a:gdLst>
                <a:gd name="connsiteX0" fmla="*/ 0 w 134581"/>
                <a:gd name="connsiteY0" fmla="*/ 90652 h 181394"/>
                <a:gd name="connsiteX1" fmla="*/ 93926 w 134581"/>
                <a:gd name="connsiteY1" fmla="*/ 181394 h 181394"/>
                <a:gd name="connsiteX2" fmla="*/ 134581 w 134581"/>
                <a:gd name="connsiteY2" fmla="*/ 175170 h 181394"/>
                <a:gd name="connsiteX3" fmla="*/ 134581 w 134581"/>
                <a:gd name="connsiteY3" fmla="*/ 128176 h 181394"/>
                <a:gd name="connsiteX4" fmla="*/ 97193 w 134581"/>
                <a:gd name="connsiteY4" fmla="*/ 137196 h 181394"/>
                <a:gd name="connsiteX5" fmla="*/ 50184 w 134581"/>
                <a:gd name="connsiteY5" fmla="*/ 90472 h 181394"/>
                <a:gd name="connsiteX6" fmla="*/ 97193 w 134581"/>
                <a:gd name="connsiteY6" fmla="*/ 43747 h 181394"/>
                <a:gd name="connsiteX7" fmla="*/ 134581 w 134581"/>
                <a:gd name="connsiteY7" fmla="*/ 52768 h 181394"/>
                <a:gd name="connsiteX8" fmla="*/ 134581 w 134581"/>
                <a:gd name="connsiteY8" fmla="*/ 6314 h 181394"/>
                <a:gd name="connsiteX9" fmla="*/ 93926 w 134581"/>
                <a:gd name="connsiteY9" fmla="*/ 0 h 181394"/>
                <a:gd name="connsiteX10" fmla="*/ 181 w 134581"/>
                <a:gd name="connsiteY10" fmla="*/ 90652 h 18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4581" h="181394">
                  <a:moveTo>
                    <a:pt x="0" y="90652"/>
                  </a:moveTo>
                  <a:cubicBezTo>
                    <a:pt x="0" y="147118"/>
                    <a:pt x="43832" y="181394"/>
                    <a:pt x="93926" y="181394"/>
                  </a:cubicBezTo>
                  <a:cubicBezTo>
                    <a:pt x="107708" y="181268"/>
                    <a:pt x="121400" y="179172"/>
                    <a:pt x="134581" y="175170"/>
                  </a:cubicBezTo>
                  <a:lnTo>
                    <a:pt x="134581" y="128176"/>
                  </a:lnTo>
                  <a:cubicBezTo>
                    <a:pt x="123065" y="134222"/>
                    <a:pt x="110216" y="137322"/>
                    <a:pt x="97193" y="137196"/>
                  </a:cubicBezTo>
                  <a:cubicBezTo>
                    <a:pt x="71231" y="137196"/>
                    <a:pt x="50184" y="116276"/>
                    <a:pt x="50184" y="90472"/>
                  </a:cubicBezTo>
                  <a:cubicBezTo>
                    <a:pt x="50184" y="64667"/>
                    <a:pt x="71231" y="43747"/>
                    <a:pt x="97193" y="43747"/>
                  </a:cubicBezTo>
                  <a:cubicBezTo>
                    <a:pt x="110217" y="43613"/>
                    <a:pt x="123068" y="46714"/>
                    <a:pt x="134581" y="52768"/>
                  </a:cubicBezTo>
                  <a:lnTo>
                    <a:pt x="134581" y="6314"/>
                  </a:lnTo>
                  <a:cubicBezTo>
                    <a:pt x="121434" y="2159"/>
                    <a:pt x="107722" y="30"/>
                    <a:pt x="93926" y="0"/>
                  </a:cubicBezTo>
                  <a:cubicBezTo>
                    <a:pt x="39476" y="0"/>
                    <a:pt x="181" y="38335"/>
                    <a:pt x="181" y="9065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7" name="Freeform 27">
              <a:extLst>
                <a:ext uri="{FF2B5EF4-FFF2-40B4-BE49-F238E27FC236}">
                  <a16:creationId xmlns:a16="http://schemas.microsoft.com/office/drawing/2014/main" id="{8ABAB402-379C-A6D8-AF39-B22717AC8652}"/>
                </a:ext>
              </a:extLst>
            </p:cNvPr>
            <p:cNvSpPr/>
            <p:nvPr/>
          </p:nvSpPr>
          <p:spPr>
            <a:xfrm>
              <a:off x="7943079" y="3270861"/>
              <a:ext cx="182591" cy="181947"/>
            </a:xfrm>
            <a:custGeom>
              <a:avLst/>
              <a:gdLst>
                <a:gd name="connsiteX0" fmla="*/ 89568 w 182591"/>
                <a:gd name="connsiteY0" fmla="*/ 137224 h 181947"/>
                <a:gd name="connsiteX1" fmla="*/ 42832 w 182591"/>
                <a:gd name="connsiteY1" fmla="*/ 91494 h 181947"/>
                <a:gd name="connsiteX2" fmla="*/ 88842 w 182591"/>
                <a:gd name="connsiteY2" fmla="*/ 45041 h 181947"/>
                <a:gd name="connsiteX3" fmla="*/ 135578 w 182591"/>
                <a:gd name="connsiteY3" fmla="*/ 90772 h 181947"/>
                <a:gd name="connsiteX4" fmla="*/ 135578 w 182591"/>
                <a:gd name="connsiteY4" fmla="*/ 91131 h 181947"/>
                <a:gd name="connsiteX5" fmla="*/ 91220 w 182591"/>
                <a:gd name="connsiteY5" fmla="*/ 137218 h 181947"/>
                <a:gd name="connsiteX6" fmla="*/ 89568 w 182591"/>
                <a:gd name="connsiteY6" fmla="*/ 137224 h 181947"/>
                <a:gd name="connsiteX7" fmla="*/ 89568 w 182591"/>
                <a:gd name="connsiteY7" fmla="*/ 479 h 181947"/>
                <a:gd name="connsiteX8" fmla="*/ 17 w 182591"/>
                <a:gd name="connsiteY8" fmla="*/ 92919 h 181947"/>
                <a:gd name="connsiteX9" fmla="*/ 93017 w 182591"/>
                <a:gd name="connsiteY9" fmla="*/ 181931 h 181947"/>
                <a:gd name="connsiteX10" fmla="*/ 182586 w 182591"/>
                <a:gd name="connsiteY10" fmla="*/ 91131 h 181947"/>
                <a:gd name="connsiteX11" fmla="*/ 92781 w 182591"/>
                <a:gd name="connsiteY11" fmla="*/ 5 h 181947"/>
                <a:gd name="connsiteX12" fmla="*/ 89568 w 182591"/>
                <a:gd name="connsiteY12" fmla="*/ 28 h 18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591" h="181947">
                  <a:moveTo>
                    <a:pt x="89568" y="137224"/>
                  </a:moveTo>
                  <a:cubicBezTo>
                    <a:pt x="63959" y="137423"/>
                    <a:pt x="43032" y="116949"/>
                    <a:pt x="42832" y="91494"/>
                  </a:cubicBezTo>
                  <a:cubicBezTo>
                    <a:pt x="42633" y="66038"/>
                    <a:pt x="63233" y="45241"/>
                    <a:pt x="88842" y="45041"/>
                  </a:cubicBezTo>
                  <a:cubicBezTo>
                    <a:pt x="114452" y="44842"/>
                    <a:pt x="135378" y="65317"/>
                    <a:pt x="135578" y="90772"/>
                  </a:cubicBezTo>
                  <a:cubicBezTo>
                    <a:pt x="135578" y="90891"/>
                    <a:pt x="135578" y="91011"/>
                    <a:pt x="135578" y="91131"/>
                  </a:cubicBezTo>
                  <a:cubicBezTo>
                    <a:pt x="136132" y="116033"/>
                    <a:pt x="116267" y="136667"/>
                    <a:pt x="91220" y="137218"/>
                  </a:cubicBezTo>
                  <a:cubicBezTo>
                    <a:pt x="90666" y="137229"/>
                    <a:pt x="90122" y="137232"/>
                    <a:pt x="89568" y="137224"/>
                  </a:cubicBezTo>
                  <a:moveTo>
                    <a:pt x="89568" y="479"/>
                  </a:moveTo>
                  <a:cubicBezTo>
                    <a:pt x="39157" y="1425"/>
                    <a:pt x="-936" y="42812"/>
                    <a:pt x="17" y="92919"/>
                  </a:cubicBezTo>
                  <a:cubicBezTo>
                    <a:pt x="969" y="143026"/>
                    <a:pt x="42605" y="182877"/>
                    <a:pt x="93017" y="181931"/>
                  </a:cubicBezTo>
                  <a:cubicBezTo>
                    <a:pt x="142784" y="180997"/>
                    <a:pt x="182623" y="140607"/>
                    <a:pt x="182586" y="91131"/>
                  </a:cubicBezTo>
                  <a:cubicBezTo>
                    <a:pt x="183104" y="41317"/>
                    <a:pt x="142893" y="519"/>
                    <a:pt x="92781" y="5"/>
                  </a:cubicBezTo>
                  <a:cubicBezTo>
                    <a:pt x="91710" y="-6"/>
                    <a:pt x="90639" y="1"/>
                    <a:pt x="89568" y="28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8" name="Freeform 28">
              <a:extLst>
                <a:ext uri="{FF2B5EF4-FFF2-40B4-BE49-F238E27FC236}">
                  <a16:creationId xmlns:a16="http://schemas.microsoft.com/office/drawing/2014/main" id="{A0F49F63-D861-23D0-7A32-6898EA38AA9E}"/>
                </a:ext>
              </a:extLst>
            </p:cNvPr>
            <p:cNvSpPr/>
            <p:nvPr/>
          </p:nvSpPr>
          <p:spPr>
            <a:xfrm>
              <a:off x="7593692" y="3270799"/>
              <a:ext cx="121059" cy="181484"/>
            </a:xfrm>
            <a:custGeom>
              <a:avLst/>
              <a:gdLst>
                <a:gd name="connsiteX0" fmla="*/ 79678 w 121059"/>
                <a:gd name="connsiteY0" fmla="*/ 72612 h 181484"/>
                <a:gd name="connsiteX1" fmla="*/ 67427 w 121059"/>
                <a:gd name="connsiteY1" fmla="*/ 68733 h 181484"/>
                <a:gd name="connsiteX2" fmla="*/ 47099 w 121059"/>
                <a:gd name="connsiteY2" fmla="*/ 52046 h 181484"/>
                <a:gd name="connsiteX3" fmla="*/ 74324 w 121059"/>
                <a:gd name="connsiteY3" fmla="*/ 37614 h 181484"/>
                <a:gd name="connsiteX4" fmla="*/ 109081 w 121059"/>
                <a:gd name="connsiteY4" fmla="*/ 43026 h 181484"/>
                <a:gd name="connsiteX5" fmla="*/ 109081 w 121059"/>
                <a:gd name="connsiteY5" fmla="*/ 5592 h 181484"/>
                <a:gd name="connsiteX6" fmla="*/ 65703 w 121059"/>
                <a:gd name="connsiteY6" fmla="*/ 0 h 181484"/>
                <a:gd name="connsiteX7" fmla="*/ 0 w 121059"/>
                <a:gd name="connsiteY7" fmla="*/ 54752 h 181484"/>
                <a:gd name="connsiteX8" fmla="*/ 45375 w 121059"/>
                <a:gd name="connsiteY8" fmla="*/ 105986 h 181484"/>
                <a:gd name="connsiteX9" fmla="*/ 54994 w 121059"/>
                <a:gd name="connsiteY9" fmla="*/ 109143 h 181484"/>
                <a:gd name="connsiteX10" fmla="*/ 74778 w 121059"/>
                <a:gd name="connsiteY10" fmla="*/ 126462 h 181484"/>
                <a:gd name="connsiteX11" fmla="*/ 42471 w 121059"/>
                <a:gd name="connsiteY11" fmla="*/ 142878 h 181484"/>
                <a:gd name="connsiteX12" fmla="*/ 454 w 121059"/>
                <a:gd name="connsiteY12" fmla="*/ 136384 h 181484"/>
                <a:gd name="connsiteX13" fmla="*/ 454 w 121059"/>
                <a:gd name="connsiteY13" fmla="*/ 176704 h 181484"/>
                <a:gd name="connsiteX14" fmla="*/ 48460 w 121059"/>
                <a:gd name="connsiteY14" fmla="*/ 181484 h 181484"/>
                <a:gd name="connsiteX15" fmla="*/ 121060 w 121059"/>
                <a:gd name="connsiteY15" fmla="*/ 122673 h 181484"/>
                <a:gd name="connsiteX16" fmla="*/ 79043 w 121059"/>
                <a:gd name="connsiteY16" fmla="*/ 72612 h 181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1059" h="181484">
                  <a:moveTo>
                    <a:pt x="79678" y="72612"/>
                  </a:moveTo>
                  <a:lnTo>
                    <a:pt x="67427" y="68733"/>
                  </a:lnTo>
                  <a:cubicBezTo>
                    <a:pt x="60167" y="66388"/>
                    <a:pt x="47099" y="62690"/>
                    <a:pt x="47099" y="52046"/>
                  </a:cubicBezTo>
                  <a:cubicBezTo>
                    <a:pt x="47099" y="43567"/>
                    <a:pt x="56718" y="37614"/>
                    <a:pt x="74324" y="37614"/>
                  </a:cubicBezTo>
                  <a:cubicBezTo>
                    <a:pt x="86085" y="38079"/>
                    <a:pt x="97746" y="39896"/>
                    <a:pt x="109081" y="43026"/>
                  </a:cubicBezTo>
                  <a:lnTo>
                    <a:pt x="109081" y="5592"/>
                  </a:lnTo>
                  <a:cubicBezTo>
                    <a:pt x="94888" y="2071"/>
                    <a:pt x="80331" y="194"/>
                    <a:pt x="65703" y="0"/>
                  </a:cubicBezTo>
                  <a:cubicBezTo>
                    <a:pt x="24684" y="0"/>
                    <a:pt x="0" y="22009"/>
                    <a:pt x="0" y="54752"/>
                  </a:cubicBezTo>
                  <a:cubicBezTo>
                    <a:pt x="0" y="83797"/>
                    <a:pt x="20691" y="98229"/>
                    <a:pt x="45375" y="105986"/>
                  </a:cubicBezTo>
                  <a:cubicBezTo>
                    <a:pt x="48188" y="106888"/>
                    <a:pt x="52272" y="108151"/>
                    <a:pt x="54994" y="109143"/>
                  </a:cubicBezTo>
                  <a:cubicBezTo>
                    <a:pt x="65975" y="112571"/>
                    <a:pt x="74778" y="117622"/>
                    <a:pt x="74778" y="126462"/>
                  </a:cubicBezTo>
                  <a:cubicBezTo>
                    <a:pt x="74778" y="135301"/>
                    <a:pt x="64614" y="142878"/>
                    <a:pt x="42471" y="142878"/>
                  </a:cubicBezTo>
                  <a:cubicBezTo>
                    <a:pt x="28250" y="142457"/>
                    <a:pt x="14130" y="140275"/>
                    <a:pt x="454" y="136384"/>
                  </a:cubicBezTo>
                  <a:lnTo>
                    <a:pt x="454" y="176704"/>
                  </a:lnTo>
                  <a:cubicBezTo>
                    <a:pt x="16281" y="179724"/>
                    <a:pt x="32343" y="181324"/>
                    <a:pt x="48460" y="181484"/>
                  </a:cubicBezTo>
                  <a:cubicBezTo>
                    <a:pt x="82491" y="181484"/>
                    <a:pt x="121060" y="166691"/>
                    <a:pt x="121060" y="122673"/>
                  </a:cubicBezTo>
                  <a:cubicBezTo>
                    <a:pt x="121060" y="101296"/>
                    <a:pt x="107901" y="81632"/>
                    <a:pt x="79043" y="7261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9" name="Freeform 29">
              <a:extLst>
                <a:ext uri="{FF2B5EF4-FFF2-40B4-BE49-F238E27FC236}">
                  <a16:creationId xmlns:a16="http://schemas.microsoft.com/office/drawing/2014/main" id="{62CA1BBC-594E-0B3B-ACB5-5180E647EB68}"/>
                </a:ext>
              </a:extLst>
            </p:cNvPr>
            <p:cNvSpPr/>
            <p:nvPr/>
          </p:nvSpPr>
          <p:spPr>
            <a:xfrm>
              <a:off x="7202835" y="3063878"/>
              <a:ext cx="44194" cy="88432"/>
            </a:xfrm>
            <a:custGeom>
              <a:avLst/>
              <a:gdLst>
                <a:gd name="connsiteX0" fmla="*/ 22143 w 44194"/>
                <a:gd name="connsiteY0" fmla="*/ 0 h 88432"/>
                <a:gd name="connsiteX1" fmla="*/ 0 w 44194"/>
                <a:gd name="connsiteY1" fmla="*/ 21919 h 88432"/>
                <a:gd name="connsiteX2" fmla="*/ 0 w 44194"/>
                <a:gd name="connsiteY2" fmla="*/ 67831 h 88432"/>
                <a:gd name="connsiteX3" fmla="*/ 23514 w 44194"/>
                <a:gd name="connsiteY3" fmla="*/ 88387 h 88432"/>
                <a:gd name="connsiteX4" fmla="*/ 44195 w 44194"/>
                <a:gd name="connsiteY4" fmla="*/ 67831 h 88432"/>
                <a:gd name="connsiteX5" fmla="*/ 44195 w 44194"/>
                <a:gd name="connsiteY5" fmla="*/ 21919 h 88432"/>
                <a:gd name="connsiteX6" fmla="*/ 22143 w 44194"/>
                <a:gd name="connsiteY6" fmla="*/ 0 h 88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94" h="88432">
                  <a:moveTo>
                    <a:pt x="22143" y="0"/>
                  </a:moveTo>
                  <a:cubicBezTo>
                    <a:pt x="9949" y="0"/>
                    <a:pt x="50" y="9799"/>
                    <a:pt x="0" y="21919"/>
                  </a:cubicBezTo>
                  <a:lnTo>
                    <a:pt x="0" y="67831"/>
                  </a:lnTo>
                  <a:cubicBezTo>
                    <a:pt x="782" y="79961"/>
                    <a:pt x="11310" y="89165"/>
                    <a:pt x="23514" y="88387"/>
                  </a:cubicBezTo>
                  <a:cubicBezTo>
                    <a:pt x="34627" y="87679"/>
                    <a:pt x="43483" y="78877"/>
                    <a:pt x="44195" y="67831"/>
                  </a:cubicBezTo>
                  <a:lnTo>
                    <a:pt x="44195" y="21919"/>
                  </a:lnTo>
                  <a:cubicBezTo>
                    <a:pt x="44195" y="9813"/>
                    <a:pt x="34321" y="0"/>
                    <a:pt x="22143" y="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51B57147-07A3-179D-3B44-669E31BA0779}"/>
                </a:ext>
              </a:extLst>
            </p:cNvPr>
            <p:cNvSpPr/>
            <p:nvPr/>
          </p:nvSpPr>
          <p:spPr>
            <a:xfrm>
              <a:off x="7324348" y="3003533"/>
              <a:ext cx="44104" cy="150094"/>
            </a:xfrm>
            <a:custGeom>
              <a:avLst/>
              <a:gdLst>
                <a:gd name="connsiteX0" fmla="*/ 22052 w 44104"/>
                <a:gd name="connsiteY0" fmla="*/ 150094 h 150094"/>
                <a:gd name="connsiteX1" fmla="*/ 44104 w 44104"/>
                <a:gd name="connsiteY1" fmla="*/ 128176 h 150094"/>
                <a:gd name="connsiteX2" fmla="*/ 44104 w 44104"/>
                <a:gd name="connsiteY2" fmla="*/ 21919 h 150094"/>
                <a:gd name="connsiteX3" fmla="*/ 22052 w 44104"/>
                <a:gd name="connsiteY3" fmla="*/ 0 h 150094"/>
                <a:gd name="connsiteX4" fmla="*/ 0 w 44104"/>
                <a:gd name="connsiteY4" fmla="*/ 21919 h 150094"/>
                <a:gd name="connsiteX5" fmla="*/ 0 w 44104"/>
                <a:gd name="connsiteY5" fmla="*/ 128176 h 150094"/>
                <a:gd name="connsiteX6" fmla="*/ 22052 w 44104"/>
                <a:gd name="connsiteY6" fmla="*/ 150094 h 150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04" h="150094">
                  <a:moveTo>
                    <a:pt x="22052" y="150094"/>
                  </a:moveTo>
                  <a:cubicBezTo>
                    <a:pt x="34231" y="150094"/>
                    <a:pt x="44104" y="140281"/>
                    <a:pt x="44104" y="128176"/>
                  </a:cubicBezTo>
                  <a:lnTo>
                    <a:pt x="44104" y="21919"/>
                  </a:lnTo>
                  <a:cubicBezTo>
                    <a:pt x="44104" y="9813"/>
                    <a:pt x="34231" y="0"/>
                    <a:pt x="22052" y="0"/>
                  </a:cubicBezTo>
                  <a:cubicBezTo>
                    <a:pt x="9873" y="0"/>
                    <a:pt x="0" y="9813"/>
                    <a:pt x="0" y="21919"/>
                  </a:cubicBezTo>
                  <a:lnTo>
                    <a:pt x="0" y="128176"/>
                  </a:lnTo>
                  <a:cubicBezTo>
                    <a:pt x="0" y="140281"/>
                    <a:pt x="9873" y="150094"/>
                    <a:pt x="22052" y="150094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1" name="Freeform 31">
              <a:extLst>
                <a:ext uri="{FF2B5EF4-FFF2-40B4-BE49-F238E27FC236}">
                  <a16:creationId xmlns:a16="http://schemas.microsoft.com/office/drawing/2014/main" id="{D2F4977B-6C3A-1749-28D3-74067758D800}"/>
                </a:ext>
              </a:extLst>
            </p:cNvPr>
            <p:cNvSpPr/>
            <p:nvPr/>
          </p:nvSpPr>
          <p:spPr>
            <a:xfrm>
              <a:off x="7445589" y="2921000"/>
              <a:ext cx="44104" cy="276375"/>
            </a:xfrm>
            <a:custGeom>
              <a:avLst/>
              <a:gdLst>
                <a:gd name="connsiteX0" fmla="*/ 22052 w 44104"/>
                <a:gd name="connsiteY0" fmla="*/ 0 h 276375"/>
                <a:gd name="connsiteX1" fmla="*/ 0 w 44104"/>
                <a:gd name="connsiteY1" fmla="*/ 21919 h 276375"/>
                <a:gd name="connsiteX2" fmla="*/ 0 w 44104"/>
                <a:gd name="connsiteY2" fmla="*/ 254457 h 276375"/>
                <a:gd name="connsiteX3" fmla="*/ 22052 w 44104"/>
                <a:gd name="connsiteY3" fmla="*/ 276376 h 276375"/>
                <a:gd name="connsiteX4" fmla="*/ 44104 w 44104"/>
                <a:gd name="connsiteY4" fmla="*/ 254457 h 276375"/>
                <a:gd name="connsiteX5" fmla="*/ 44104 w 44104"/>
                <a:gd name="connsiteY5" fmla="*/ 21919 h 276375"/>
                <a:gd name="connsiteX6" fmla="*/ 22052 w 44104"/>
                <a:gd name="connsiteY6" fmla="*/ 0 h 27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04" h="276375">
                  <a:moveTo>
                    <a:pt x="22052" y="0"/>
                  </a:moveTo>
                  <a:cubicBezTo>
                    <a:pt x="9873" y="0"/>
                    <a:pt x="0" y="9813"/>
                    <a:pt x="0" y="21919"/>
                  </a:cubicBezTo>
                  <a:lnTo>
                    <a:pt x="0" y="254457"/>
                  </a:lnTo>
                  <a:cubicBezTo>
                    <a:pt x="0" y="266563"/>
                    <a:pt x="9873" y="276376"/>
                    <a:pt x="22052" y="276376"/>
                  </a:cubicBezTo>
                  <a:cubicBezTo>
                    <a:pt x="34231" y="276376"/>
                    <a:pt x="44104" y="266563"/>
                    <a:pt x="44104" y="254457"/>
                  </a:cubicBezTo>
                  <a:lnTo>
                    <a:pt x="44104" y="21919"/>
                  </a:lnTo>
                  <a:cubicBezTo>
                    <a:pt x="44104" y="9813"/>
                    <a:pt x="34231" y="0"/>
                    <a:pt x="22052" y="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2" name="Freeform 32">
              <a:extLst>
                <a:ext uri="{FF2B5EF4-FFF2-40B4-BE49-F238E27FC236}">
                  <a16:creationId xmlns:a16="http://schemas.microsoft.com/office/drawing/2014/main" id="{7539BE40-6861-0AFB-E72A-25B2630122C7}"/>
                </a:ext>
              </a:extLst>
            </p:cNvPr>
            <p:cNvSpPr/>
            <p:nvPr/>
          </p:nvSpPr>
          <p:spPr>
            <a:xfrm>
              <a:off x="7566921" y="3003533"/>
              <a:ext cx="44104" cy="150094"/>
            </a:xfrm>
            <a:custGeom>
              <a:avLst/>
              <a:gdLst>
                <a:gd name="connsiteX0" fmla="*/ 44104 w 44104"/>
                <a:gd name="connsiteY0" fmla="*/ 128176 h 150094"/>
                <a:gd name="connsiteX1" fmla="*/ 44104 w 44104"/>
                <a:gd name="connsiteY1" fmla="*/ 21919 h 150094"/>
                <a:gd name="connsiteX2" fmla="*/ 22052 w 44104"/>
                <a:gd name="connsiteY2" fmla="*/ 0 h 150094"/>
                <a:gd name="connsiteX3" fmla="*/ 0 w 44104"/>
                <a:gd name="connsiteY3" fmla="*/ 21919 h 150094"/>
                <a:gd name="connsiteX4" fmla="*/ 0 w 44104"/>
                <a:gd name="connsiteY4" fmla="*/ 128176 h 150094"/>
                <a:gd name="connsiteX5" fmla="*/ 22052 w 44104"/>
                <a:gd name="connsiteY5" fmla="*/ 150094 h 150094"/>
                <a:gd name="connsiteX6" fmla="*/ 44104 w 44104"/>
                <a:gd name="connsiteY6" fmla="*/ 128176 h 150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04" h="150094">
                  <a:moveTo>
                    <a:pt x="44104" y="128176"/>
                  </a:moveTo>
                  <a:lnTo>
                    <a:pt x="44104" y="21919"/>
                  </a:lnTo>
                  <a:cubicBezTo>
                    <a:pt x="44104" y="9813"/>
                    <a:pt x="34231" y="0"/>
                    <a:pt x="22052" y="0"/>
                  </a:cubicBezTo>
                  <a:cubicBezTo>
                    <a:pt x="9874" y="0"/>
                    <a:pt x="0" y="9813"/>
                    <a:pt x="0" y="21919"/>
                  </a:cubicBezTo>
                  <a:lnTo>
                    <a:pt x="0" y="128176"/>
                  </a:lnTo>
                  <a:cubicBezTo>
                    <a:pt x="0" y="140281"/>
                    <a:pt x="9874" y="150094"/>
                    <a:pt x="22052" y="150094"/>
                  </a:cubicBezTo>
                  <a:cubicBezTo>
                    <a:pt x="34231" y="150094"/>
                    <a:pt x="44104" y="140281"/>
                    <a:pt x="44104" y="128176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3" name="Freeform 33">
              <a:extLst>
                <a:ext uri="{FF2B5EF4-FFF2-40B4-BE49-F238E27FC236}">
                  <a16:creationId xmlns:a16="http://schemas.microsoft.com/office/drawing/2014/main" id="{8726BE87-6F3D-1887-CD70-E89DF7FE7BFC}"/>
                </a:ext>
              </a:extLst>
            </p:cNvPr>
            <p:cNvSpPr/>
            <p:nvPr/>
          </p:nvSpPr>
          <p:spPr>
            <a:xfrm>
              <a:off x="7687800" y="3063876"/>
              <a:ext cx="44104" cy="89751"/>
            </a:xfrm>
            <a:custGeom>
              <a:avLst/>
              <a:gdLst>
                <a:gd name="connsiteX0" fmla="*/ 22415 w 44104"/>
                <a:gd name="connsiteY0" fmla="*/ 2 h 89751"/>
                <a:gd name="connsiteX1" fmla="*/ 0 w 44104"/>
                <a:gd name="connsiteY1" fmla="*/ 21738 h 89751"/>
                <a:gd name="connsiteX2" fmla="*/ 0 w 44104"/>
                <a:gd name="connsiteY2" fmla="*/ 21921 h 89751"/>
                <a:gd name="connsiteX3" fmla="*/ 0 w 44104"/>
                <a:gd name="connsiteY3" fmla="*/ 67833 h 89751"/>
                <a:gd name="connsiteX4" fmla="*/ 22052 w 44104"/>
                <a:gd name="connsiteY4" fmla="*/ 89752 h 89751"/>
                <a:gd name="connsiteX5" fmla="*/ 44104 w 44104"/>
                <a:gd name="connsiteY5" fmla="*/ 67833 h 89751"/>
                <a:gd name="connsiteX6" fmla="*/ 44104 w 44104"/>
                <a:gd name="connsiteY6" fmla="*/ 21921 h 89751"/>
                <a:gd name="connsiteX7" fmla="*/ 22143 w 44104"/>
                <a:gd name="connsiteY7" fmla="*/ 2 h 89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104" h="89751">
                  <a:moveTo>
                    <a:pt x="22415" y="2"/>
                  </a:moveTo>
                  <a:cubicBezTo>
                    <a:pt x="10191" y="-148"/>
                    <a:pt x="154" y="9584"/>
                    <a:pt x="0" y="21738"/>
                  </a:cubicBezTo>
                  <a:cubicBezTo>
                    <a:pt x="0" y="21799"/>
                    <a:pt x="0" y="21860"/>
                    <a:pt x="0" y="21921"/>
                  </a:cubicBezTo>
                  <a:lnTo>
                    <a:pt x="0" y="67833"/>
                  </a:lnTo>
                  <a:cubicBezTo>
                    <a:pt x="0" y="79939"/>
                    <a:pt x="9874" y="89752"/>
                    <a:pt x="22052" y="89752"/>
                  </a:cubicBezTo>
                  <a:cubicBezTo>
                    <a:pt x="34231" y="89752"/>
                    <a:pt x="44104" y="79939"/>
                    <a:pt x="44104" y="67833"/>
                  </a:cubicBezTo>
                  <a:lnTo>
                    <a:pt x="44104" y="21921"/>
                  </a:lnTo>
                  <a:cubicBezTo>
                    <a:pt x="44104" y="9850"/>
                    <a:pt x="34285" y="51"/>
                    <a:pt x="22143" y="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4" name="Freeform 34">
              <a:extLst>
                <a:ext uri="{FF2B5EF4-FFF2-40B4-BE49-F238E27FC236}">
                  <a16:creationId xmlns:a16="http://schemas.microsoft.com/office/drawing/2014/main" id="{EB3564BA-B2F9-645B-AD4D-30EC3199A221}"/>
                </a:ext>
              </a:extLst>
            </p:cNvPr>
            <p:cNvSpPr/>
            <p:nvPr/>
          </p:nvSpPr>
          <p:spPr>
            <a:xfrm>
              <a:off x="7809447" y="3002127"/>
              <a:ext cx="44107" cy="151500"/>
            </a:xfrm>
            <a:custGeom>
              <a:avLst/>
              <a:gdLst>
                <a:gd name="connsiteX0" fmla="*/ 22009 w 44107"/>
                <a:gd name="connsiteY0" fmla="*/ 151500 h 151500"/>
                <a:gd name="connsiteX1" fmla="*/ 44061 w 44107"/>
                <a:gd name="connsiteY1" fmla="*/ 129582 h 151500"/>
                <a:gd name="connsiteX2" fmla="*/ 44061 w 44107"/>
                <a:gd name="connsiteY2" fmla="*/ 23325 h 151500"/>
                <a:gd name="connsiteX3" fmla="*/ 23470 w 44107"/>
                <a:gd name="connsiteY3" fmla="*/ 46 h 151500"/>
                <a:gd name="connsiteX4" fmla="*/ 48 w 44107"/>
                <a:gd name="connsiteY4" fmla="*/ 20514 h 151500"/>
                <a:gd name="connsiteX5" fmla="*/ 48 w 44107"/>
                <a:gd name="connsiteY5" fmla="*/ 23325 h 151500"/>
                <a:gd name="connsiteX6" fmla="*/ 48 w 44107"/>
                <a:gd name="connsiteY6" fmla="*/ 129582 h 151500"/>
                <a:gd name="connsiteX7" fmla="*/ 21918 w 44107"/>
                <a:gd name="connsiteY7" fmla="*/ 151500 h 151500"/>
                <a:gd name="connsiteX8" fmla="*/ 22009 w 44107"/>
                <a:gd name="connsiteY8" fmla="*/ 151500 h 15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7" h="151500">
                  <a:moveTo>
                    <a:pt x="22009" y="151500"/>
                  </a:moveTo>
                  <a:cubicBezTo>
                    <a:pt x="34188" y="151500"/>
                    <a:pt x="44061" y="141688"/>
                    <a:pt x="44061" y="129582"/>
                  </a:cubicBezTo>
                  <a:lnTo>
                    <a:pt x="44061" y="23325"/>
                  </a:lnTo>
                  <a:cubicBezTo>
                    <a:pt x="44841" y="11244"/>
                    <a:pt x="35621" y="822"/>
                    <a:pt x="23470" y="46"/>
                  </a:cubicBezTo>
                  <a:cubicBezTo>
                    <a:pt x="11319" y="-730"/>
                    <a:pt x="828" y="8434"/>
                    <a:pt x="48" y="20514"/>
                  </a:cubicBezTo>
                  <a:cubicBezTo>
                    <a:pt x="-16" y="21451"/>
                    <a:pt x="-16" y="22389"/>
                    <a:pt x="48" y="23325"/>
                  </a:cubicBezTo>
                  <a:lnTo>
                    <a:pt x="48" y="129582"/>
                  </a:lnTo>
                  <a:cubicBezTo>
                    <a:pt x="-7" y="141637"/>
                    <a:pt x="9785" y="151451"/>
                    <a:pt x="21918" y="151500"/>
                  </a:cubicBezTo>
                  <a:cubicBezTo>
                    <a:pt x="21945" y="151500"/>
                    <a:pt x="21982" y="151500"/>
                    <a:pt x="22009" y="15150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5" name="Freeform 35">
              <a:extLst>
                <a:ext uri="{FF2B5EF4-FFF2-40B4-BE49-F238E27FC236}">
                  <a16:creationId xmlns:a16="http://schemas.microsoft.com/office/drawing/2014/main" id="{0B4EEF7D-1D1F-7611-2AD6-3168E2EE165C}"/>
                </a:ext>
              </a:extLst>
            </p:cNvPr>
            <p:cNvSpPr/>
            <p:nvPr/>
          </p:nvSpPr>
          <p:spPr>
            <a:xfrm>
              <a:off x="7930779" y="2919593"/>
              <a:ext cx="44108" cy="279187"/>
            </a:xfrm>
            <a:custGeom>
              <a:avLst/>
              <a:gdLst>
                <a:gd name="connsiteX0" fmla="*/ 44061 w 44108"/>
                <a:gd name="connsiteY0" fmla="*/ 255863 h 279187"/>
                <a:gd name="connsiteX1" fmla="*/ 44061 w 44108"/>
                <a:gd name="connsiteY1" fmla="*/ 23325 h 279187"/>
                <a:gd name="connsiteX2" fmla="*/ 23470 w 44108"/>
                <a:gd name="connsiteY2" fmla="*/ 46 h 279187"/>
                <a:gd name="connsiteX3" fmla="*/ 48 w 44108"/>
                <a:gd name="connsiteY3" fmla="*/ 20514 h 279187"/>
                <a:gd name="connsiteX4" fmla="*/ 48 w 44108"/>
                <a:gd name="connsiteY4" fmla="*/ 23325 h 279187"/>
                <a:gd name="connsiteX5" fmla="*/ 48 w 44108"/>
                <a:gd name="connsiteY5" fmla="*/ 255863 h 279187"/>
                <a:gd name="connsiteX6" fmla="*/ 20639 w 44108"/>
                <a:gd name="connsiteY6" fmla="*/ 279142 h 279187"/>
                <a:gd name="connsiteX7" fmla="*/ 44061 w 44108"/>
                <a:gd name="connsiteY7" fmla="*/ 258674 h 279187"/>
                <a:gd name="connsiteX8" fmla="*/ 44061 w 44108"/>
                <a:gd name="connsiteY8" fmla="*/ 255863 h 279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8" h="279187">
                  <a:moveTo>
                    <a:pt x="44061" y="255863"/>
                  </a:moveTo>
                  <a:lnTo>
                    <a:pt x="44061" y="23325"/>
                  </a:lnTo>
                  <a:cubicBezTo>
                    <a:pt x="44842" y="11244"/>
                    <a:pt x="35621" y="822"/>
                    <a:pt x="23470" y="46"/>
                  </a:cubicBezTo>
                  <a:cubicBezTo>
                    <a:pt x="11319" y="-730"/>
                    <a:pt x="828" y="8434"/>
                    <a:pt x="48" y="20514"/>
                  </a:cubicBezTo>
                  <a:cubicBezTo>
                    <a:pt x="-16" y="21450"/>
                    <a:pt x="-16" y="22389"/>
                    <a:pt x="48" y="23325"/>
                  </a:cubicBezTo>
                  <a:lnTo>
                    <a:pt x="48" y="255863"/>
                  </a:lnTo>
                  <a:cubicBezTo>
                    <a:pt x="-733" y="267944"/>
                    <a:pt x="8487" y="278366"/>
                    <a:pt x="20639" y="279142"/>
                  </a:cubicBezTo>
                  <a:cubicBezTo>
                    <a:pt x="32790" y="279919"/>
                    <a:pt x="43281" y="270754"/>
                    <a:pt x="44061" y="258674"/>
                  </a:cubicBezTo>
                  <a:cubicBezTo>
                    <a:pt x="44125" y="257737"/>
                    <a:pt x="44125" y="256799"/>
                    <a:pt x="44061" y="255863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6" name="Freeform 36">
              <a:extLst>
                <a:ext uri="{FF2B5EF4-FFF2-40B4-BE49-F238E27FC236}">
                  <a16:creationId xmlns:a16="http://schemas.microsoft.com/office/drawing/2014/main" id="{9A55B643-50C9-ECA1-F047-7AF4A01DADB7}"/>
                </a:ext>
              </a:extLst>
            </p:cNvPr>
            <p:cNvSpPr/>
            <p:nvPr/>
          </p:nvSpPr>
          <p:spPr>
            <a:xfrm>
              <a:off x="8051886" y="3003443"/>
              <a:ext cx="44285" cy="150187"/>
            </a:xfrm>
            <a:custGeom>
              <a:avLst/>
              <a:gdLst>
                <a:gd name="connsiteX0" fmla="*/ 21961 w 44285"/>
                <a:gd name="connsiteY0" fmla="*/ 150185 h 150187"/>
                <a:gd name="connsiteX1" fmla="*/ 44286 w 44285"/>
                <a:gd name="connsiteY1" fmla="*/ 128720 h 150187"/>
                <a:gd name="connsiteX2" fmla="*/ 44286 w 44285"/>
                <a:gd name="connsiteY2" fmla="*/ 128266 h 150187"/>
                <a:gd name="connsiteX3" fmla="*/ 44286 w 44285"/>
                <a:gd name="connsiteY3" fmla="*/ 22009 h 150187"/>
                <a:gd name="connsiteX4" fmla="*/ 22143 w 44285"/>
                <a:gd name="connsiteY4" fmla="*/ 0 h 150187"/>
                <a:gd name="connsiteX5" fmla="*/ 0 w 44285"/>
                <a:gd name="connsiteY5" fmla="*/ 22009 h 150187"/>
                <a:gd name="connsiteX6" fmla="*/ 0 w 44285"/>
                <a:gd name="connsiteY6" fmla="*/ 128266 h 150187"/>
                <a:gd name="connsiteX7" fmla="*/ 22052 w 44285"/>
                <a:gd name="connsiteY7" fmla="*/ 150185 h 15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285" h="150187">
                  <a:moveTo>
                    <a:pt x="21961" y="150185"/>
                  </a:moveTo>
                  <a:cubicBezTo>
                    <a:pt x="34086" y="150384"/>
                    <a:pt x="44086" y="140774"/>
                    <a:pt x="44286" y="128720"/>
                  </a:cubicBezTo>
                  <a:cubicBezTo>
                    <a:pt x="44286" y="128569"/>
                    <a:pt x="44286" y="128417"/>
                    <a:pt x="44286" y="128266"/>
                  </a:cubicBezTo>
                  <a:lnTo>
                    <a:pt x="44286" y="22009"/>
                  </a:lnTo>
                  <a:cubicBezTo>
                    <a:pt x="44286" y="9854"/>
                    <a:pt x="34376" y="0"/>
                    <a:pt x="22143" y="0"/>
                  </a:cubicBezTo>
                  <a:cubicBezTo>
                    <a:pt x="9910" y="0"/>
                    <a:pt x="0" y="9854"/>
                    <a:pt x="0" y="22009"/>
                  </a:cubicBezTo>
                  <a:lnTo>
                    <a:pt x="0" y="128266"/>
                  </a:lnTo>
                  <a:cubicBezTo>
                    <a:pt x="0" y="140372"/>
                    <a:pt x="9874" y="150185"/>
                    <a:pt x="22052" y="150185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7" name="Freeform 37">
              <a:extLst>
                <a:ext uri="{FF2B5EF4-FFF2-40B4-BE49-F238E27FC236}">
                  <a16:creationId xmlns:a16="http://schemas.microsoft.com/office/drawing/2014/main" id="{46A6ACD1-E596-9055-243C-B9CF5CFB813D}"/>
                </a:ext>
              </a:extLst>
            </p:cNvPr>
            <p:cNvSpPr/>
            <p:nvPr/>
          </p:nvSpPr>
          <p:spPr>
            <a:xfrm>
              <a:off x="8173172" y="3063878"/>
              <a:ext cx="44107" cy="91156"/>
            </a:xfrm>
            <a:custGeom>
              <a:avLst/>
              <a:gdLst>
                <a:gd name="connsiteX0" fmla="*/ 22007 w 44107"/>
                <a:gd name="connsiteY0" fmla="*/ 0 h 91156"/>
                <a:gd name="connsiteX1" fmla="*/ 46 w 44107"/>
                <a:gd name="connsiteY1" fmla="*/ 21829 h 91156"/>
                <a:gd name="connsiteX2" fmla="*/ 46 w 44107"/>
                <a:gd name="connsiteY2" fmla="*/ 21919 h 91156"/>
                <a:gd name="connsiteX3" fmla="*/ 46 w 44107"/>
                <a:gd name="connsiteY3" fmla="*/ 67831 h 91156"/>
                <a:gd name="connsiteX4" fmla="*/ 20637 w 44107"/>
                <a:gd name="connsiteY4" fmla="*/ 91110 h 91156"/>
                <a:gd name="connsiteX5" fmla="*/ 44059 w 44107"/>
                <a:gd name="connsiteY5" fmla="*/ 70642 h 91156"/>
                <a:gd name="connsiteX6" fmla="*/ 44059 w 44107"/>
                <a:gd name="connsiteY6" fmla="*/ 67831 h 91156"/>
                <a:gd name="connsiteX7" fmla="*/ 44059 w 44107"/>
                <a:gd name="connsiteY7" fmla="*/ 21919 h 91156"/>
                <a:gd name="connsiteX8" fmla="*/ 22007 w 44107"/>
                <a:gd name="connsiteY8" fmla="*/ 0 h 91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7" h="91156">
                  <a:moveTo>
                    <a:pt x="22007" y="0"/>
                  </a:moveTo>
                  <a:cubicBezTo>
                    <a:pt x="9874" y="0"/>
                    <a:pt x="46" y="9773"/>
                    <a:pt x="46" y="21829"/>
                  </a:cubicBezTo>
                  <a:cubicBezTo>
                    <a:pt x="46" y="21858"/>
                    <a:pt x="46" y="21889"/>
                    <a:pt x="46" y="21919"/>
                  </a:cubicBezTo>
                  <a:lnTo>
                    <a:pt x="46" y="67831"/>
                  </a:lnTo>
                  <a:cubicBezTo>
                    <a:pt x="-734" y="79912"/>
                    <a:pt x="8486" y="90334"/>
                    <a:pt x="20637" y="91110"/>
                  </a:cubicBezTo>
                  <a:cubicBezTo>
                    <a:pt x="32789" y="91887"/>
                    <a:pt x="43279" y="82722"/>
                    <a:pt x="44059" y="70642"/>
                  </a:cubicBezTo>
                  <a:cubicBezTo>
                    <a:pt x="44123" y="69705"/>
                    <a:pt x="44123" y="68767"/>
                    <a:pt x="44059" y="67831"/>
                  </a:cubicBezTo>
                  <a:lnTo>
                    <a:pt x="44059" y="21919"/>
                  </a:lnTo>
                  <a:cubicBezTo>
                    <a:pt x="44059" y="9813"/>
                    <a:pt x="34186" y="0"/>
                    <a:pt x="22007" y="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63859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image" Target="../media/image2.svg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F21F2830-F0A3-2EAC-C709-5C928A8C4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11544300" cy="492443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55BE63C-8C0C-FC75-3DF2-F8F96A3C87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3754" y="1244599"/>
            <a:ext cx="11544396" cy="4835321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9B4362-70A2-3ADC-C4AA-ADA6E4E09C94}"/>
              </a:ext>
            </a:extLst>
          </p:cNvPr>
          <p:cNvSpPr>
            <a:spLocks/>
          </p:cNvSpPr>
          <p:nvPr/>
        </p:nvSpPr>
        <p:spPr bwMode="ltGray">
          <a:xfrm>
            <a:off x="323850" y="6448930"/>
            <a:ext cx="3285935" cy="409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defTabSz="8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 Light" panose="020B0503020201020303" pitchFamily="34" charset="0"/>
              </a:rPr>
              <a:t>© 2025 Cisco and/or its affiliates. All rights reserved.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42B348-7CFA-9BD7-7FBA-A3E160A677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30688" y="6445885"/>
            <a:ext cx="3727450" cy="41148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kumimoji="0" lang="en-US" sz="700" b="0" i="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 Light" panose="020B0503020201020303" pitchFamily="34" charset="0"/>
              </a:defRPr>
            </a:lvl1pPr>
          </a:lstStyle>
          <a:p>
            <a:pPr defTabSz="814318">
              <a:defRPr/>
            </a:pPr>
            <a:r>
              <a:rPr lang="en-US" dirty="0"/>
              <a:t>Session ID: BRKSEC-XXXX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ECAE8E-F596-3416-3914-B7C065191A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kumimoji="0" lang="en-US" sz="700" b="0" i="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 Light" panose="020B0503020201020303" pitchFamily="34" charset="0"/>
              </a:defRPr>
            </a:lvl1pPr>
          </a:lstStyle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7" descr="Cisco Logo">
            <a:extLst>
              <a:ext uri="{FF2B5EF4-FFF2-40B4-BE49-F238E27FC236}">
                <a16:creationId xmlns:a16="http://schemas.microsoft.com/office/drawing/2014/main" id="{E912C7E4-465D-A60D-49E8-6866FAAE6559}"/>
              </a:ext>
            </a:extLst>
          </p:cNvPr>
          <p:cNvPicPr>
            <a:picLocks noChangeAspect="1"/>
          </p:cNvPicPr>
          <p:nvPr/>
        </p:nvPicPr>
        <p:blipFill>
          <a:blip r:embed="rId5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rcRect/>
          <a:stretch/>
        </p:blipFill>
        <p:spPr>
          <a:xfrm>
            <a:off x="11520088" y="6354445"/>
            <a:ext cx="348061" cy="1828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CAE3397-B7E0-F9B7-D1AC-C859F3CFC5AF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15700" y="6672580"/>
            <a:ext cx="83343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19810597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  <p:sldLayoutId id="2147483824" r:id="rId12"/>
    <p:sldLayoutId id="2147483825" r:id="rId13"/>
    <p:sldLayoutId id="2147483826" r:id="rId14"/>
    <p:sldLayoutId id="2147483827" r:id="rId15"/>
    <p:sldLayoutId id="2147483828" r:id="rId16"/>
    <p:sldLayoutId id="2147483829" r:id="rId17"/>
    <p:sldLayoutId id="2147483830" r:id="rId18"/>
    <p:sldLayoutId id="2147483831" r:id="rId19"/>
    <p:sldLayoutId id="2147483867" r:id="rId20"/>
    <p:sldLayoutId id="2147483868" r:id="rId21"/>
    <p:sldLayoutId id="2147483832" r:id="rId22"/>
    <p:sldLayoutId id="2147483833" r:id="rId23"/>
    <p:sldLayoutId id="2147483834" r:id="rId24"/>
    <p:sldLayoutId id="2147483835" r:id="rId25"/>
    <p:sldLayoutId id="2147483836" r:id="rId26"/>
    <p:sldLayoutId id="2147483837" r:id="rId27"/>
    <p:sldLayoutId id="2147483838" r:id="rId28"/>
    <p:sldLayoutId id="2147483839" r:id="rId29"/>
    <p:sldLayoutId id="2147483840" r:id="rId30"/>
    <p:sldLayoutId id="2147483841" r:id="rId31"/>
    <p:sldLayoutId id="2147483842" r:id="rId32"/>
    <p:sldLayoutId id="2147483843" r:id="rId33"/>
    <p:sldLayoutId id="2147483844" r:id="rId34"/>
    <p:sldLayoutId id="2147483845" r:id="rId35"/>
    <p:sldLayoutId id="2147483846" r:id="rId36"/>
    <p:sldLayoutId id="2147483847" r:id="rId37"/>
    <p:sldLayoutId id="2147483848" r:id="rId38"/>
    <p:sldLayoutId id="2147483849" r:id="rId39"/>
    <p:sldLayoutId id="2147483850" r:id="rId40"/>
    <p:sldLayoutId id="2147483851" r:id="rId41"/>
    <p:sldLayoutId id="2147483852" r:id="rId42"/>
    <p:sldLayoutId id="2147483853" r:id="rId43"/>
    <p:sldLayoutId id="2147483854" r:id="rId44"/>
    <p:sldLayoutId id="2147483855" r:id="rId45"/>
    <p:sldLayoutId id="2147483856" r:id="rId46"/>
    <p:sldLayoutId id="2147483857" r:id="rId47"/>
    <p:sldLayoutId id="2147483858" r:id="rId48"/>
    <p:sldLayoutId id="2147483859" r:id="rId49"/>
    <p:sldLayoutId id="2147483860" r:id="rId50"/>
    <p:sldLayoutId id="2147483861" r:id="rId51"/>
    <p:sldLayoutId id="2147483862" r:id="rId52"/>
    <p:sldLayoutId id="2147483863" r:id="rId53"/>
    <p:sldLayoutId id="2147483864" r:id="rId54"/>
    <p:sldLayoutId id="2147483865" r:id="rId55"/>
    <p:sldLayoutId id="2147483866" r:id="rId5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marL="0" indent="0" algn="l" defTabSz="912276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Tx/>
        <a:buSzPct val="70000"/>
        <a:buFont typeface="Arial" panose="020B0604020202020204" pitchFamily="34" charset="0"/>
        <a:buNone/>
        <a:defRPr lang="en-US" sz="3200" b="0" i="0" u="none" kern="1200" dirty="0">
          <a:solidFill>
            <a:schemeClr val="bg1"/>
          </a:solidFill>
          <a:latin typeface="+mj-lt"/>
          <a:ea typeface="CiscoSansTT Thin" charset="0"/>
          <a:cs typeface="CiscoSansTT Thin" charset="0"/>
        </a:defRPr>
      </a:lvl1pPr>
      <a:lvl2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2pPr>
      <a:lvl3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3pPr>
      <a:lvl4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4pPr>
      <a:lvl5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5pPr>
      <a:lvl6pPr marL="609595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6pPr>
      <a:lvl7pPr marL="1219190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7pPr>
      <a:lvl8pPr marL="1828785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8pPr>
      <a:lvl9pPr marL="2438379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8288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1pPr>
      <a:lvl2pPr marL="36576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8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2pPr>
      <a:lvl3pPr marL="54864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3pPr>
      <a:lvl4pPr marL="73152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4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4pPr>
      <a:lvl5pPr marL="91440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2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5pPr>
      <a:lvl6pPr marL="1151798" indent="-228592" algn="l" defTabSz="914362" rtl="0" eaLnBrk="1" latinLnBrk="0" hangingPunct="1">
        <a:spcBef>
          <a:spcPts val="800"/>
        </a:spcBef>
        <a:buFont typeface="Arial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247781" indent="-228561" algn="l" defTabSz="914362" rtl="0" eaLnBrk="1" latinLnBrk="0" hangingPunct="1">
        <a:spcBef>
          <a:spcPts val="800"/>
        </a:spcBef>
        <a:buFont typeface="Arial" pitchFamily="34" charset="0"/>
        <a:buChar char="•"/>
        <a:defRPr sz="1067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267" indent="0" algn="l" defTabSz="914362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38" indent="-228592" algn="l" defTabSz="91436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362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2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5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3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3086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200267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0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04">
          <p15:clr>
            <a:srgbClr val="F26B43"/>
          </p15:clr>
        </p15:guide>
        <p15:guide id="3" pos="7476">
          <p15:clr>
            <a:srgbClr val="F26B43"/>
          </p15:clr>
        </p15:guide>
        <p15:guide id="6" pos="3840">
          <p15:clr>
            <a:srgbClr val="F26B43"/>
          </p15:clr>
        </p15:guide>
        <p15:guide id="9" orient="horz" pos="3827">
          <p15:clr>
            <a:srgbClr val="9FCC3B"/>
          </p15:clr>
        </p15:guide>
        <p15:guide id="10" orient="horz" pos="202">
          <p15:clr>
            <a:srgbClr val="F26B43"/>
          </p15:clr>
        </p15:guide>
        <p15:guide id="11" orient="horz" pos="2160">
          <p15:clr>
            <a:srgbClr val="F26B43"/>
          </p15:clr>
        </p15:guide>
        <p15:guide id="12" orient="horz" pos="392">
          <p15:clr>
            <a:srgbClr val="A4A3A4"/>
          </p15:clr>
        </p15:guide>
        <p15:guide id="13" orient="horz" pos="2552">
          <p15:clr>
            <a:srgbClr val="A4A3A4"/>
          </p15:clr>
        </p15:guide>
        <p15:guide id="14" orient="horz" pos="600">
          <p15:clr>
            <a:srgbClr val="A4A3A4"/>
          </p15:clr>
        </p15:guide>
        <p15:guide id="15" orient="horz" pos="1766">
          <p15:clr>
            <a:srgbClr val="A4A3A4"/>
          </p15:clr>
        </p15:guide>
        <p15:guide id="16" orient="horz" pos="2355">
          <p15:clr>
            <a:srgbClr val="A4A3A4"/>
          </p15:clr>
        </p15:guide>
        <p15:guide id="18" orient="horz" pos="4118">
          <p15:clr>
            <a:srgbClr val="F26B43"/>
          </p15:clr>
        </p15:guide>
        <p15:guide id="19" orient="horz" pos="1178">
          <p15:clr>
            <a:srgbClr val="A4A3A4"/>
          </p15:clr>
        </p15:guide>
        <p15:guide id="20" orient="horz" pos="1374">
          <p15:clr>
            <a:srgbClr val="A4A3A4"/>
          </p15:clr>
        </p15:guide>
        <p15:guide id="21" orient="horz" pos="1570">
          <p15:clr>
            <a:srgbClr val="A4A3A4"/>
          </p15:clr>
        </p15:guide>
        <p15:guide id="22" pos="703">
          <p15:clr>
            <a:srgbClr val="A4A3A4"/>
          </p15:clr>
        </p15:guide>
        <p15:guide id="23" pos="820">
          <p15:clr>
            <a:srgbClr val="A4A3A4"/>
          </p15:clr>
        </p15:guide>
        <p15:guide id="24" pos="1321">
          <p15:clr>
            <a:srgbClr val="A4A3A4"/>
          </p15:clr>
        </p15:guide>
        <p15:guide id="25" pos="1435">
          <p15:clr>
            <a:srgbClr val="A4A3A4"/>
          </p15:clr>
        </p15:guide>
        <p15:guide id="26" pos="1936">
          <p15:clr>
            <a:srgbClr val="A4A3A4"/>
          </p15:clr>
        </p15:guide>
        <p15:guide id="27" pos="2051">
          <p15:clr>
            <a:srgbClr val="A4A3A4"/>
          </p15:clr>
        </p15:guide>
        <p15:guide id="28" pos="2551">
          <p15:clr>
            <a:srgbClr val="A4A3A4"/>
          </p15:clr>
        </p15:guide>
        <p15:guide id="29" pos="2665">
          <p15:clr>
            <a:srgbClr val="A4A3A4"/>
          </p15:clr>
        </p15:guide>
        <p15:guide id="30" pos="3167">
          <p15:clr>
            <a:srgbClr val="A4A3A4"/>
          </p15:clr>
        </p15:guide>
        <p15:guide id="31" pos="3281">
          <p15:clr>
            <a:srgbClr val="A4A3A4"/>
          </p15:clr>
        </p15:guide>
        <p15:guide id="32" pos="3783">
          <p15:clr>
            <a:srgbClr val="A4A3A4"/>
          </p15:clr>
        </p15:guide>
        <p15:guide id="33" pos="3896">
          <p15:clr>
            <a:srgbClr val="A4A3A4"/>
          </p15:clr>
        </p15:guide>
        <p15:guide id="34" pos="4397">
          <p15:clr>
            <a:srgbClr val="A4A3A4"/>
          </p15:clr>
        </p15:guide>
        <p15:guide id="35" pos="4512">
          <p15:clr>
            <a:srgbClr val="A4A3A4"/>
          </p15:clr>
        </p15:guide>
        <p15:guide id="36" pos="5013">
          <p15:clr>
            <a:srgbClr val="A4A3A4"/>
          </p15:clr>
        </p15:guide>
        <p15:guide id="37" pos="5128">
          <p15:clr>
            <a:srgbClr val="A4A3A4"/>
          </p15:clr>
        </p15:guide>
        <p15:guide id="38" pos="5629">
          <p15:clr>
            <a:srgbClr val="A4A3A4"/>
          </p15:clr>
        </p15:guide>
        <p15:guide id="39" pos="5742">
          <p15:clr>
            <a:srgbClr val="A4A3A4"/>
          </p15:clr>
        </p15:guide>
        <p15:guide id="40" pos="6244">
          <p15:clr>
            <a:srgbClr val="A4A3A4"/>
          </p15:clr>
        </p15:guide>
        <p15:guide id="41" pos="6359">
          <p15:clr>
            <a:srgbClr val="A4A3A4"/>
          </p15:clr>
        </p15:guide>
        <p15:guide id="42" pos="6859">
          <p15:clr>
            <a:srgbClr val="A4A3A4"/>
          </p15:clr>
        </p15:guide>
        <p15:guide id="43" pos="6975">
          <p15:clr>
            <a:srgbClr val="A4A3A4"/>
          </p15:clr>
        </p15:guide>
        <p15:guide id="44" orient="horz" pos="784">
          <p15:clr>
            <a:srgbClr val="A4A3A4"/>
          </p15:clr>
        </p15:guide>
        <p15:guide id="45" orient="horz" pos="980">
          <p15:clr>
            <a:srgbClr val="A4A3A4"/>
          </p15:clr>
        </p15:guide>
        <p15:guide id="46" orient="horz" pos="1962">
          <p15:clr>
            <a:srgbClr val="A4A3A4"/>
          </p15:clr>
        </p15:guide>
        <p15:guide id="47" orient="horz" pos="2747">
          <p15:clr>
            <a:srgbClr val="A4A3A4"/>
          </p15:clr>
        </p15:guide>
        <p15:guide id="48" orient="horz" pos="2945">
          <p15:clr>
            <a:srgbClr val="A4A3A4"/>
          </p15:clr>
        </p15:guide>
        <p15:guide id="49" orient="horz" pos="3141">
          <p15:clr>
            <a:srgbClr val="A4A3A4"/>
          </p15:clr>
        </p15:guide>
        <p15:guide id="50" orient="horz" pos="3337">
          <p15:clr>
            <a:srgbClr val="A4A3A4"/>
          </p15:clr>
        </p15:guide>
        <p15:guide id="51" orient="horz" pos="3535">
          <p15:clr>
            <a:srgbClr val="A4A3A4"/>
          </p15:clr>
        </p15:guide>
        <p15:guide id="52" orient="horz" pos="3730">
          <p15:clr>
            <a:srgbClr val="A4A3A4"/>
          </p15:clr>
        </p15:guide>
        <p15:guide id="53" orient="horz" pos="3936">
          <p15:clr>
            <a:srgbClr val="A4A3A4"/>
          </p15:clr>
        </p15:guide>
        <p15:guide id="54" orient="horz" pos="187">
          <p15:clr>
            <a:srgbClr val="9FCC3B"/>
          </p15:clr>
        </p15:guide>
        <p15:guide id="55" pos="455">
          <p15:clr>
            <a:srgbClr val="9FCC3B"/>
          </p15:clr>
        </p15:guide>
        <p15:guide id="56" pos="1069">
          <p15:clr>
            <a:srgbClr val="9FCC3B"/>
          </p15:clr>
        </p15:guide>
        <p15:guide id="57" pos="1685">
          <p15:clr>
            <a:srgbClr val="9FCC3B"/>
          </p15:clr>
        </p15:guide>
        <p15:guide id="58" pos="2301">
          <p15:clr>
            <a:srgbClr val="9FCC3B"/>
          </p15:clr>
        </p15:guide>
        <p15:guide id="59" pos="2915">
          <p15:clr>
            <a:srgbClr val="9FCC3B"/>
          </p15:clr>
        </p15:guide>
        <p15:guide id="60" pos="3531">
          <p15:clr>
            <a:srgbClr val="9FCC3B"/>
          </p15:clr>
        </p15:guide>
        <p15:guide id="61" pos="4146">
          <p15:clr>
            <a:srgbClr val="9FCC3B"/>
          </p15:clr>
        </p15:guide>
        <p15:guide id="62" pos="4762">
          <p15:clr>
            <a:srgbClr val="9FCC3B"/>
          </p15:clr>
        </p15:guide>
        <p15:guide id="63" pos="5378">
          <p15:clr>
            <a:srgbClr val="9FCC3B"/>
          </p15:clr>
        </p15:guide>
        <p15:guide id="64" pos="5992">
          <p15:clr>
            <a:srgbClr val="9FCC3B"/>
          </p15:clr>
        </p15:guide>
        <p15:guide id="65" pos="6609">
          <p15:clr>
            <a:srgbClr val="9FCC3B"/>
          </p15:clr>
        </p15:guide>
        <p15:guide id="66" pos="7225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AB269-0780-BBDC-8B95-B7B471A45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SaC</a:t>
            </a:r>
            <a:r>
              <a:rPr lang="en-US" dirty="0"/>
              <a:t> / </a:t>
            </a:r>
            <a:r>
              <a:rPr lang="en-US" dirty="0" err="1"/>
              <a:t>NaC</a:t>
            </a:r>
            <a:r>
              <a:rPr lang="en-US" dirty="0"/>
              <a:t> Adoption Strategy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C78F90-0146-F3C2-7035-94505F2D2AE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Dhrumil Prajapati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71B8B52-5AB5-1BA6-8AA9-5F59C5E658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March 2026</a:t>
            </a:r>
          </a:p>
        </p:txBody>
      </p:sp>
    </p:spTree>
    <p:extLst>
      <p:ext uri="{BB962C8B-B14F-4D97-AF65-F5344CB8AC3E}">
        <p14:creationId xmlns:p14="http://schemas.microsoft.com/office/powerpoint/2010/main" val="34074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50CE4-8BDB-A618-4655-CA53FABE2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E647F0-5CFF-DC74-4562-0F66D058C34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Phase 1:</a:t>
            </a:r>
          </a:p>
          <a:p>
            <a:pPr lvl="1"/>
            <a:r>
              <a:rPr lang="en-US" dirty="0" err="1"/>
              <a:t>NaC</a:t>
            </a:r>
            <a:r>
              <a:rPr lang="en-US" dirty="0"/>
              <a:t> Parity collection pilot for SDWAN and Cat-C – Target </a:t>
            </a:r>
            <a:r>
              <a:rPr lang="en-US" dirty="0" err="1"/>
              <a:t>EoM</a:t>
            </a:r>
            <a:r>
              <a:rPr lang="en-US" dirty="0"/>
              <a:t> March 2026</a:t>
            </a:r>
          </a:p>
          <a:p>
            <a:r>
              <a:rPr lang="en-US" dirty="0">
                <a:solidFill>
                  <a:schemeClr val="accent3"/>
                </a:solidFill>
              </a:rPr>
              <a:t>Phase 2:</a:t>
            </a:r>
          </a:p>
          <a:p>
            <a:pPr lvl="1"/>
            <a:r>
              <a:rPr lang="en-US" dirty="0">
                <a:solidFill>
                  <a:schemeClr val="accent3"/>
                </a:solidFill>
              </a:rPr>
              <a:t>Engage with customers who are scoring more than 80%** parity (Final data TBD)</a:t>
            </a:r>
          </a:p>
          <a:p>
            <a:r>
              <a:rPr lang="en-US" dirty="0"/>
              <a:t>Phase 3:</a:t>
            </a:r>
          </a:p>
          <a:p>
            <a:pPr lvl="1"/>
            <a:r>
              <a:rPr lang="en-US" dirty="0"/>
              <a:t>Staffing arrangement and agreement on timelines and success criteria</a:t>
            </a:r>
          </a:p>
          <a:p>
            <a:r>
              <a:rPr lang="en-US" dirty="0"/>
              <a:t>Phase 4 (If Applicable):</a:t>
            </a:r>
          </a:p>
          <a:p>
            <a:pPr lvl="1"/>
            <a:r>
              <a:rPr lang="en-US" dirty="0"/>
              <a:t>If applicable – Train LCS/BCS team and CMS team where applicable for maintain customer environment</a:t>
            </a:r>
          </a:p>
        </p:txBody>
      </p:sp>
    </p:spTree>
    <p:extLst>
      <p:ext uri="{BB962C8B-B14F-4D97-AF65-F5344CB8AC3E}">
        <p14:creationId xmlns:p14="http://schemas.microsoft.com/office/powerpoint/2010/main" val="776371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2AAA7-52BD-DD3D-8D56-1C7417FE5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1: </a:t>
            </a:r>
            <a:r>
              <a:rPr lang="en-US" dirty="0" err="1"/>
              <a:t>NaC</a:t>
            </a:r>
            <a:r>
              <a:rPr lang="en-US" dirty="0"/>
              <a:t>-Parity – SDWAN and Cat-C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CBA11-846C-8298-A14F-18C1539F366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EN team to conduct an exercise to have all engineers run </a:t>
            </a:r>
            <a:r>
              <a:rPr lang="en-US" dirty="0" err="1"/>
              <a:t>NaC</a:t>
            </a:r>
            <a:r>
              <a:rPr lang="en-US" dirty="0"/>
              <a:t>-Parity tool SDWAN and Cat-C</a:t>
            </a:r>
          </a:p>
          <a:p>
            <a:pPr lvl="1"/>
            <a:r>
              <a:rPr lang="en-US" dirty="0"/>
              <a:t>Target:</a:t>
            </a:r>
          </a:p>
          <a:p>
            <a:pPr lvl="2"/>
            <a:r>
              <a:rPr lang="en-US" dirty="0"/>
              <a:t>Any/all customers that our team actively supports on a PID as part of PDI or Day-2</a:t>
            </a:r>
          </a:p>
          <a:p>
            <a:pPr lvl="1"/>
            <a:r>
              <a:rPr lang="en-US" dirty="0"/>
              <a:t>Purpose:</a:t>
            </a:r>
          </a:p>
          <a:p>
            <a:pPr lvl="2"/>
            <a:r>
              <a:rPr lang="en-US" dirty="0"/>
              <a:t>Build a database of all GES-Arch supported customers with feature parity list for SDWAN and Cat-C.</a:t>
            </a:r>
          </a:p>
          <a:p>
            <a:pPr lvl="2"/>
            <a:r>
              <a:rPr lang="en-US" dirty="0"/>
              <a:t>Build a priority list of what customers can be targeted for conversation with help of theater CDAs, SDAs</a:t>
            </a:r>
          </a:p>
          <a:p>
            <a:pPr lvl="2"/>
            <a:r>
              <a:rPr lang="en-US" dirty="0"/>
              <a:t>Work with theater Leaders to create a pipeline of customers with target date for Go/No-Go decision</a:t>
            </a:r>
          </a:p>
          <a:p>
            <a:pPr lvl="2"/>
            <a:r>
              <a:rPr lang="en-US" dirty="0"/>
              <a:t>Establish success criteria for the outcome for customers in “Go” list</a:t>
            </a:r>
          </a:p>
          <a:p>
            <a:r>
              <a:rPr lang="en-US" dirty="0"/>
              <a:t>This will help us lean on low-hanging customer opportunities and build learnings from the deployment</a:t>
            </a:r>
          </a:p>
        </p:txBody>
      </p:sp>
    </p:spTree>
    <p:extLst>
      <p:ext uri="{BB962C8B-B14F-4D97-AF65-F5344CB8AC3E}">
        <p14:creationId xmlns:p14="http://schemas.microsoft.com/office/powerpoint/2010/main" val="1280890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62B08-CC38-9A35-9460-E7CB24C84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D6B3A-B898-AF5B-FE78-78993D2C8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/>
                </a:solidFill>
              </a:rPr>
              <a:t>Phase 2: Engage and Strategize with customers - &gt;80%**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049531-898A-5CD4-E9FA-0DE3DDD0DEF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Current baseline threshold – 80%** of feature parity (pending collection of data)</a:t>
            </a:r>
          </a:p>
          <a:p>
            <a:r>
              <a:rPr lang="en-US" dirty="0"/>
              <a:t>Any customers who are 80% or above in feature parity are candidate for conversation to use as-code methodology for their existing projects/PIDs</a:t>
            </a:r>
          </a:p>
          <a:p>
            <a:pPr lvl="1"/>
            <a:r>
              <a:rPr lang="en-US" dirty="0"/>
              <a:t>The conversations will begin with 50K foot view about as-code and will be more detailed as customer is familiar with it.</a:t>
            </a:r>
          </a:p>
          <a:p>
            <a:pPr lvl="1"/>
            <a:r>
              <a:rPr lang="en-US" dirty="0"/>
              <a:t>The Engineer on the account will work with SDA/Service Seller for new Sales Motion or existing services</a:t>
            </a:r>
          </a:p>
          <a:p>
            <a:pPr lvl="1"/>
            <a:r>
              <a:rPr lang="en-US" dirty="0"/>
              <a:t>Any resistance or concerns of not going with that method will be documented and would require further deliberation</a:t>
            </a:r>
          </a:p>
          <a:p>
            <a:r>
              <a:rPr lang="en-US" dirty="0"/>
              <a:t>Missing features are put in the development pipeline with a timeline of getting them fully tested and built before production rollout.</a:t>
            </a:r>
          </a:p>
          <a:p>
            <a:r>
              <a:rPr lang="en-US" dirty="0"/>
              <a:t>Project plan and RACI are built per architecture</a:t>
            </a:r>
          </a:p>
          <a:p>
            <a:r>
              <a:rPr lang="en-US" dirty="0"/>
              <a:t>Journey map is prepared for the solution adoption</a:t>
            </a:r>
          </a:p>
        </p:txBody>
      </p:sp>
    </p:spTree>
    <p:extLst>
      <p:ext uri="{BB962C8B-B14F-4D97-AF65-F5344CB8AC3E}">
        <p14:creationId xmlns:p14="http://schemas.microsoft.com/office/powerpoint/2010/main" val="435098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/>
                </a:solidFill>
              </a:rPr>
              <a:t>Phase 2 Steps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0" indent="0">
              <a:buNone/>
              <a:defRPr sz="1100"/>
            </a:pPr>
            <a:r>
              <a:rPr sz="1900" dirty="0"/>
              <a:t>1</a:t>
            </a:r>
            <a:r>
              <a:rPr sz="1900" dirty="0">
                <a:solidFill>
                  <a:schemeClr val="accent3"/>
                </a:solidFill>
              </a:rPr>
              <a:t>. </a:t>
            </a:r>
            <a:r>
              <a:rPr lang="en-US" sz="1900" dirty="0">
                <a:solidFill>
                  <a:schemeClr val="accent3"/>
                </a:solidFill>
              </a:rPr>
              <a:t>P</a:t>
            </a:r>
            <a:r>
              <a:rPr sz="1900" dirty="0">
                <a:solidFill>
                  <a:schemeClr val="accent3"/>
                </a:solidFill>
              </a:rPr>
              <a:t>rioritize — Confirm interim ≥80% gate candidates with theater CDA / segment leads.</a:t>
            </a:r>
          </a:p>
          <a:p>
            <a:pPr marL="0" indent="0">
              <a:buNone/>
              <a:defRPr sz="1100"/>
            </a:pPr>
            <a:r>
              <a:rPr sz="1900" dirty="0"/>
              <a:t>2. Align — Match engineer + SDA / service seller; agree account entry criteria.</a:t>
            </a:r>
          </a:p>
          <a:p>
            <a:pPr marL="0" indent="0">
              <a:buNone/>
              <a:defRPr sz="1100"/>
            </a:pPr>
            <a:r>
              <a:rPr sz="1900" dirty="0"/>
              <a:t>3. Discover — Start 50K-ft as-code positioning; capture risks, dependencies, timelines.</a:t>
            </a:r>
          </a:p>
          <a:p>
            <a:pPr marL="0" indent="0">
              <a:buNone/>
              <a:defRPr sz="1100"/>
            </a:pPr>
            <a:r>
              <a:rPr sz="1900" dirty="0"/>
              <a:t>4. Deepen — Technical and delivery detail as customer familiarity grows.</a:t>
            </a:r>
          </a:p>
          <a:p>
            <a:pPr marL="0" indent="0">
              <a:buNone/>
              <a:defRPr sz="1100"/>
            </a:pPr>
            <a:r>
              <a:rPr sz="1900" dirty="0"/>
              <a:t>5. Document — Record resistance / alternatives; log missing features and test gates.</a:t>
            </a:r>
          </a:p>
          <a:p>
            <a:pPr marL="0" indent="0">
              <a:buNone/>
              <a:defRPr sz="1100"/>
            </a:pPr>
            <a:r>
              <a:rPr sz="1900" dirty="0"/>
              <a:t>6. Plan — </a:t>
            </a:r>
            <a:r>
              <a:rPr lang="en-US" sz="1900" dirty="0"/>
              <a:t>Build draft project plan, </a:t>
            </a:r>
            <a:r>
              <a:rPr sz="1900" dirty="0"/>
              <a:t>RACI per architecture; journey map for adoption; dev pipeline for gaps.</a:t>
            </a:r>
          </a:p>
          <a:p>
            <a:pPr marL="0" indent="0">
              <a:buNone/>
              <a:defRPr sz="1100"/>
            </a:pPr>
            <a:r>
              <a:rPr sz="1900" dirty="0"/>
              <a:t>7. Gate — Go/No-Go on as-code path; refresh parity metrics before scale decisions.</a:t>
            </a:r>
          </a:p>
        </p:txBody>
      </p:sp>
    </p:spTree>
    <p:extLst>
      <p:ext uri="{BB962C8B-B14F-4D97-AF65-F5344CB8AC3E}">
        <p14:creationId xmlns:p14="http://schemas.microsoft.com/office/powerpoint/2010/main" val="7700083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6F203-DFB5-C837-58D3-F67C87D17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SaC_NaC Parity – Phase 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EA3ACC-889A-A5F6-386B-7DECF9100C0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800" b="1" dirty="0">
                <a:solidFill>
                  <a:schemeClr val="accent3"/>
                </a:solidFill>
              </a:rPr>
              <a:t>GES East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1DEDE5-40CB-1416-083A-577CB1EC3AE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0199" y="2179638"/>
            <a:ext cx="2911765" cy="2495550"/>
          </a:xfrm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lang="en-US" dirty="0"/>
              <a:t>Carrier Corporation (SD-WAN)</a:t>
            </a:r>
          </a:p>
          <a:p>
            <a:pPr marL="0" indent="0">
              <a:buNone/>
            </a:pPr>
            <a:r>
              <a:rPr lang="en-US" dirty="0"/>
              <a:t>Fidelity FIS</a:t>
            </a:r>
          </a:p>
          <a:p>
            <a:pPr marL="0" indent="0">
              <a:buNone/>
            </a:pPr>
            <a:r>
              <a:rPr lang="en-US" dirty="0"/>
              <a:t>Delta Airlines</a:t>
            </a:r>
          </a:p>
          <a:p>
            <a:pPr marL="0" indent="0">
              <a:buNone/>
            </a:pPr>
            <a:r>
              <a:rPr lang="en-US" dirty="0"/>
              <a:t>Huntington National Bank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CAA437-4D1F-5BF2-E21B-C3CCD23A847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46107" y="2179638"/>
            <a:ext cx="2468880" cy="249555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MGB Cluster 2 / SVS (Cat-C) </a:t>
            </a:r>
          </a:p>
          <a:p>
            <a:pPr marL="0" indent="0">
              <a:buNone/>
            </a:pPr>
            <a:r>
              <a:rPr lang="en-US" dirty="0"/>
              <a:t>MGB Cluster 1 (Cat-C)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CF1BAF2-47FE-8085-43AE-65DF3C7B66E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72014" y="2179637"/>
            <a:ext cx="2468880" cy="324382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ADP (Cat-C)</a:t>
            </a:r>
          </a:p>
          <a:p>
            <a:pPr marL="0" indent="0">
              <a:buNone/>
            </a:pPr>
            <a:r>
              <a:rPr lang="en-US" dirty="0"/>
              <a:t>Fidelity (Cat-C)</a:t>
            </a:r>
          </a:p>
          <a:p>
            <a:pPr marL="0" indent="0">
              <a:buNone/>
            </a:pPr>
            <a:r>
              <a:rPr lang="en-US" dirty="0"/>
              <a:t>PNC Bank (SD-WAN)</a:t>
            </a:r>
          </a:p>
          <a:p>
            <a:pPr marL="0" indent="0">
              <a:buNone/>
            </a:pPr>
            <a:r>
              <a:rPr lang="en-US" dirty="0"/>
              <a:t>Carnival Cruises (Cat-C)</a:t>
            </a:r>
          </a:p>
          <a:p>
            <a:pPr marL="0" indent="0">
              <a:buNone/>
            </a:pPr>
            <a:r>
              <a:rPr lang="en-US" dirty="0"/>
              <a:t>State Street Bank (Cat-C)</a:t>
            </a:r>
          </a:p>
          <a:p>
            <a:pPr marL="0" indent="0">
              <a:buNone/>
            </a:pPr>
            <a:r>
              <a:rPr lang="en-US" dirty="0"/>
              <a:t>NYULH (Cat-C)</a:t>
            </a:r>
          </a:p>
          <a:p>
            <a:pPr marL="0" indent="0">
              <a:buNone/>
            </a:pPr>
            <a:r>
              <a:rPr lang="en-US" dirty="0"/>
              <a:t>Blackrock (Cat-C)</a:t>
            </a:r>
          </a:p>
          <a:p>
            <a:pPr marL="0" indent="0">
              <a:buNone/>
            </a:pPr>
            <a:r>
              <a:rPr lang="en-US" dirty="0"/>
              <a:t>TIAA (Cat-C)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99086D3-4B42-6B77-D717-847183460C7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392920" y="1562121"/>
            <a:ext cx="2468880" cy="249555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Cigna (Both)</a:t>
            </a:r>
          </a:p>
          <a:p>
            <a:pPr marL="0" indent="0">
              <a:buNone/>
            </a:pPr>
            <a:r>
              <a:rPr lang="en-US" dirty="0"/>
              <a:t>Delta (Cat-C)</a:t>
            </a:r>
          </a:p>
          <a:p>
            <a:pPr marL="0" indent="0">
              <a:buNone/>
            </a:pPr>
            <a:r>
              <a:rPr lang="en-US" dirty="0"/>
              <a:t>DTCC (SD-WAN)</a:t>
            </a:r>
          </a:p>
          <a:p>
            <a:pPr marL="0" indent="0">
              <a:buNone/>
            </a:pPr>
            <a:r>
              <a:rPr lang="en-US" dirty="0"/>
              <a:t>Fannie Mae (SD-WAN)</a:t>
            </a:r>
          </a:p>
          <a:p>
            <a:pPr marL="0" indent="0">
              <a:buNone/>
            </a:pPr>
            <a:r>
              <a:rPr lang="en-US" dirty="0"/>
              <a:t>Fiserv (SD-WAN)</a:t>
            </a:r>
          </a:p>
          <a:p>
            <a:pPr marL="0" indent="0">
              <a:buNone/>
            </a:pPr>
            <a:r>
              <a:rPr lang="en-US" dirty="0"/>
              <a:t>Global Foundries (Both)</a:t>
            </a:r>
          </a:p>
          <a:p>
            <a:pPr marL="0" indent="0">
              <a:buNone/>
            </a:pPr>
            <a:r>
              <a:rPr lang="en-US" dirty="0"/>
              <a:t>Merck (Cat-C)</a:t>
            </a:r>
          </a:p>
          <a:p>
            <a:pPr marL="0" indent="0">
              <a:buNone/>
            </a:pPr>
            <a:r>
              <a:rPr lang="en-US" dirty="0"/>
              <a:t>MetLife (Both)</a:t>
            </a:r>
          </a:p>
          <a:p>
            <a:pPr marL="0" indent="0">
              <a:buNone/>
            </a:pPr>
            <a:r>
              <a:rPr lang="en-US" dirty="0"/>
              <a:t>NFCU</a:t>
            </a:r>
          </a:p>
          <a:p>
            <a:pPr marL="0" indent="0">
              <a:buNone/>
            </a:pPr>
            <a:r>
              <a:rPr lang="en-US" dirty="0"/>
              <a:t>NYCHHC (Both)</a:t>
            </a:r>
          </a:p>
          <a:p>
            <a:pPr marL="0" indent="0">
              <a:buNone/>
            </a:pPr>
            <a:r>
              <a:rPr lang="en-US" dirty="0"/>
              <a:t>Pfizer</a:t>
            </a:r>
          </a:p>
          <a:p>
            <a:pPr marL="0" indent="0">
              <a:buNone/>
            </a:pPr>
            <a:r>
              <a:rPr lang="en-US" dirty="0"/>
              <a:t>SMBC (Both)</a:t>
            </a:r>
          </a:p>
          <a:p>
            <a:pPr marL="0" indent="0">
              <a:buNone/>
            </a:pPr>
            <a:r>
              <a:rPr lang="en-US" dirty="0"/>
              <a:t>Takeda</a:t>
            </a:r>
          </a:p>
          <a:p>
            <a:pPr marL="0" indent="0">
              <a:buNone/>
            </a:pPr>
            <a:r>
              <a:rPr lang="en-US" dirty="0"/>
              <a:t>UMMS (Both)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0C7816-D821-6FEF-EB98-96EE0329B359}"/>
              </a:ext>
            </a:extLst>
          </p:cNvPr>
          <p:cNvSpPr txBox="1"/>
          <p:nvPr/>
        </p:nvSpPr>
        <p:spPr>
          <a:xfrm>
            <a:off x="356235" y="1680210"/>
            <a:ext cx="2453640" cy="228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sz="1600" u="sng" dirty="0">
                <a:solidFill>
                  <a:schemeClr val="bg1"/>
                </a:solidFill>
                <a:ea typeface="ＭＳ Ｐゴシック" charset="0"/>
              </a:rPr>
              <a:t>Parity Complete, &gt;80%</a:t>
            </a:r>
            <a:endParaRPr lang="en-US" sz="1600" u="sng" kern="1200" dirty="0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EC211E-99B0-C629-1F99-33E18C3A14C2}"/>
              </a:ext>
            </a:extLst>
          </p:cNvPr>
          <p:cNvSpPr txBox="1"/>
          <p:nvPr/>
        </p:nvSpPr>
        <p:spPr>
          <a:xfrm>
            <a:off x="3446107" y="1668780"/>
            <a:ext cx="2453640" cy="228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sz="1600" u="sng" dirty="0">
                <a:solidFill>
                  <a:schemeClr val="bg1"/>
                </a:solidFill>
                <a:ea typeface="ＭＳ Ｐゴシック" charset="0"/>
              </a:rPr>
              <a:t>Parity Complete, &lt;80%</a:t>
            </a:r>
            <a:endParaRPr lang="en-US" sz="1600" u="sng" kern="1200" dirty="0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AAFBF7-5F95-2173-41F7-C6C4B3F93151}"/>
              </a:ext>
            </a:extLst>
          </p:cNvPr>
          <p:cNvSpPr txBox="1"/>
          <p:nvPr/>
        </p:nvSpPr>
        <p:spPr>
          <a:xfrm>
            <a:off x="6345979" y="1434539"/>
            <a:ext cx="2453640" cy="228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sz="1600" u="sng" dirty="0">
                <a:solidFill>
                  <a:schemeClr val="bg1"/>
                </a:solidFill>
                <a:ea typeface="ＭＳ Ｐゴシック" charset="0"/>
              </a:rPr>
              <a:t>Parity Attempted, No Network Access</a:t>
            </a:r>
            <a:endParaRPr lang="en-US" sz="1600" u="sng" kern="1200" dirty="0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399EDC-7FC9-7A35-F62B-79C9EA2137E2}"/>
              </a:ext>
            </a:extLst>
          </p:cNvPr>
          <p:cNvSpPr txBox="1"/>
          <p:nvPr/>
        </p:nvSpPr>
        <p:spPr>
          <a:xfrm>
            <a:off x="9340851" y="817022"/>
            <a:ext cx="2453640" cy="228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sz="1600" u="sng" dirty="0">
                <a:solidFill>
                  <a:schemeClr val="bg1"/>
                </a:solidFill>
                <a:ea typeface="ＭＳ Ｐゴシック" charset="0"/>
              </a:rPr>
              <a:t>Parity Not Completed – Identified Customers</a:t>
            </a:r>
            <a:endParaRPr lang="en-US" sz="1600" u="sng" kern="1200" dirty="0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3136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EB706-B99C-A9F4-74A2-A6D2E67EC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FA8E3-474C-9513-82DA-F87C2A0B8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SaC_NaC Parity – Phase 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A94130-1E1D-5F3F-72D8-70DD302965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800" b="1" dirty="0">
                <a:solidFill>
                  <a:schemeClr val="accent3"/>
                </a:solidFill>
              </a:rPr>
              <a:t>GES Central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0BEE8E-1557-ABC1-F72E-569EF3984F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0199" y="2179638"/>
            <a:ext cx="2911765" cy="2495550"/>
          </a:xfrm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lang="en-US" dirty="0"/>
              <a:t>NONE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7C2FD8-341C-5C76-495B-B6AD1C9E5E7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46107" y="2179638"/>
            <a:ext cx="2468880" cy="249555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NONE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A2870C9-73C6-FEB7-B11B-DBD8745871F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72014" y="2179637"/>
            <a:ext cx="2468880" cy="324382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3M (Cat-C)</a:t>
            </a:r>
          </a:p>
          <a:p>
            <a:pPr marL="0" indent="0">
              <a:buNone/>
            </a:pPr>
            <a:r>
              <a:rPr lang="en-US" dirty="0"/>
              <a:t>Ameriprise (Both)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1BE16FE-4951-6EEA-0AEC-1547D13E59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392920" y="2179636"/>
            <a:ext cx="2468880" cy="249555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Marshfield (Both)</a:t>
            </a:r>
          </a:p>
          <a:p>
            <a:pPr marL="0" indent="0">
              <a:buNone/>
            </a:pPr>
            <a:r>
              <a:rPr lang="en-US" dirty="0"/>
              <a:t>Sanford Health (Both)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FBFE28-A3D7-A147-FC14-F2A6E72A672D}"/>
              </a:ext>
            </a:extLst>
          </p:cNvPr>
          <p:cNvSpPr txBox="1"/>
          <p:nvPr/>
        </p:nvSpPr>
        <p:spPr>
          <a:xfrm>
            <a:off x="356235" y="1680210"/>
            <a:ext cx="2453640" cy="228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sz="1600" u="sng" dirty="0">
                <a:solidFill>
                  <a:schemeClr val="bg1"/>
                </a:solidFill>
                <a:ea typeface="ＭＳ Ｐゴシック" charset="0"/>
              </a:rPr>
              <a:t>Parity Complete, &gt;80%</a:t>
            </a:r>
            <a:endParaRPr lang="en-US" sz="1600" u="sng" kern="1200" dirty="0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5587EA-FC9B-CECE-32CA-5DCE1CC80976}"/>
              </a:ext>
            </a:extLst>
          </p:cNvPr>
          <p:cNvSpPr txBox="1"/>
          <p:nvPr/>
        </p:nvSpPr>
        <p:spPr>
          <a:xfrm>
            <a:off x="3446107" y="1668780"/>
            <a:ext cx="2453640" cy="228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sz="1600" u="sng" dirty="0">
                <a:solidFill>
                  <a:schemeClr val="bg1"/>
                </a:solidFill>
                <a:ea typeface="ＭＳ Ｐゴシック" charset="0"/>
              </a:rPr>
              <a:t>Parity Complete, &lt;80%</a:t>
            </a:r>
            <a:endParaRPr lang="en-US" sz="1600" u="sng" kern="1200" dirty="0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7E1D1A-B6B5-0340-A84F-F8E075D2E291}"/>
              </a:ext>
            </a:extLst>
          </p:cNvPr>
          <p:cNvSpPr txBox="1"/>
          <p:nvPr/>
        </p:nvSpPr>
        <p:spPr>
          <a:xfrm>
            <a:off x="6345979" y="1434539"/>
            <a:ext cx="2453640" cy="228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sz="1600" u="sng" dirty="0">
                <a:solidFill>
                  <a:schemeClr val="bg1"/>
                </a:solidFill>
                <a:ea typeface="ＭＳ Ｐゴシック" charset="0"/>
              </a:rPr>
              <a:t>Parity Attempted, No Network Access</a:t>
            </a:r>
            <a:endParaRPr lang="en-US" sz="1600" u="sng" kern="1200" dirty="0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623D8E-0121-65A5-3455-8D6BE832D2F0}"/>
              </a:ext>
            </a:extLst>
          </p:cNvPr>
          <p:cNvSpPr txBox="1"/>
          <p:nvPr/>
        </p:nvSpPr>
        <p:spPr>
          <a:xfrm>
            <a:off x="9340851" y="1434537"/>
            <a:ext cx="2453640" cy="228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sz="1600" u="sng" dirty="0">
                <a:solidFill>
                  <a:schemeClr val="bg1"/>
                </a:solidFill>
                <a:ea typeface="ＭＳ Ｐゴシック" charset="0"/>
              </a:rPr>
              <a:t>Parity Not Completed – Identified Customers</a:t>
            </a:r>
            <a:endParaRPr lang="en-US" sz="1600" u="sng" kern="1200" dirty="0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8999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461CD-6550-7708-9C75-54921CCD8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1CCF8-E6C5-C679-D44D-3CA7D3931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SaC_NaC Parity – Phase 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ABF59D-D52B-2B5E-07EA-72D196BF73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800" b="1" dirty="0">
                <a:solidFill>
                  <a:schemeClr val="accent3"/>
                </a:solidFill>
              </a:rPr>
              <a:t>GES Premier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FD402D-E34C-4F2D-F95F-5CC7A6B2EC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0199" y="2179638"/>
            <a:ext cx="2911765" cy="2495550"/>
          </a:xfrm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lang="en-US" dirty="0"/>
              <a:t>The Home Depot (SD-WAN)</a:t>
            </a:r>
          </a:p>
          <a:p>
            <a:pPr marL="0" indent="0">
              <a:buNone/>
            </a:pPr>
            <a:r>
              <a:rPr lang="en-US" dirty="0"/>
              <a:t>HCA (Cat-C)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987379-FAF9-9937-D88B-00105360896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46107" y="2179638"/>
            <a:ext cx="2468880" cy="249555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NONE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5D94B57-6EF8-ED36-DB07-D5FE7C4CE4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72014" y="2179637"/>
            <a:ext cx="2468880" cy="324382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NONE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9876A5C-8629-A9F0-8EC3-A2658830208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392920" y="2099626"/>
            <a:ext cx="2468880" cy="2495550"/>
          </a:xfrm>
        </p:spPr>
        <p:txBody>
          <a:bodyPr/>
          <a:lstStyle/>
          <a:p>
            <a:pPr marL="0" indent="0">
              <a:spcAft>
                <a:spcPts val="0"/>
              </a:spcAft>
              <a:buNone/>
            </a:pPr>
            <a:r>
              <a:rPr lang="en-US" sz="1400" dirty="0"/>
              <a:t>Bank of America (SD-WAN)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400" dirty="0"/>
              <a:t>CVS Pharmacy (SD-WAN)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400" dirty="0"/>
              <a:t>CVS Pharmacy-TLM (Cat-C)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400" dirty="0"/>
              <a:t>Ford (Cat-C)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400" dirty="0"/>
              <a:t>IBM (Both)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400" dirty="0"/>
              <a:t>BNY (Cat-C)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400" dirty="0"/>
              <a:t>Amex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400" dirty="0"/>
              <a:t>Citibank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400" dirty="0"/>
              <a:t>Duke Energy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400" dirty="0"/>
              <a:t>GE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400" dirty="0"/>
              <a:t>JPMC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400" dirty="0"/>
              <a:t>Truist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400" dirty="0"/>
              <a:t>FedEx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400" dirty="0"/>
              <a:t>GM</a:t>
            </a:r>
            <a:br>
              <a:rPr lang="en-US" sz="1400" dirty="0"/>
            </a:br>
            <a:r>
              <a:rPr lang="en-US" sz="1400" dirty="0"/>
              <a:t>Goldman Sachs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400" dirty="0"/>
              <a:t>Intel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400" dirty="0"/>
              <a:t>J&amp;J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400" dirty="0"/>
              <a:t>Kaiser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400" dirty="0"/>
              <a:t>United Health Group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400" dirty="0"/>
              <a:t>Walmart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400" dirty="0"/>
              <a:t>Bank of America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400" dirty="0"/>
              <a:t>Wells Fargo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14C02C-F4BE-23E2-7959-4E7446013648}"/>
              </a:ext>
            </a:extLst>
          </p:cNvPr>
          <p:cNvSpPr txBox="1"/>
          <p:nvPr/>
        </p:nvSpPr>
        <p:spPr>
          <a:xfrm>
            <a:off x="356235" y="1680210"/>
            <a:ext cx="2453640" cy="228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sz="1600" u="sng" dirty="0">
                <a:solidFill>
                  <a:schemeClr val="bg1"/>
                </a:solidFill>
                <a:ea typeface="ＭＳ Ｐゴシック" charset="0"/>
              </a:rPr>
              <a:t>Parity Complete, &gt;80%</a:t>
            </a:r>
            <a:endParaRPr lang="en-US" sz="1600" u="sng" kern="1200" dirty="0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8F585A-93DA-5E5D-4A05-B02CAFB62941}"/>
              </a:ext>
            </a:extLst>
          </p:cNvPr>
          <p:cNvSpPr txBox="1"/>
          <p:nvPr/>
        </p:nvSpPr>
        <p:spPr>
          <a:xfrm>
            <a:off x="3446107" y="1668780"/>
            <a:ext cx="2453640" cy="228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sz="1600" u="sng" dirty="0">
                <a:solidFill>
                  <a:schemeClr val="bg1"/>
                </a:solidFill>
                <a:ea typeface="ＭＳ Ｐゴシック" charset="0"/>
              </a:rPr>
              <a:t>Parity Complete, &lt;80%</a:t>
            </a:r>
            <a:endParaRPr lang="en-US" sz="1600" u="sng" kern="1200" dirty="0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306EB8-171B-B812-D6DC-5953CF9D792A}"/>
              </a:ext>
            </a:extLst>
          </p:cNvPr>
          <p:cNvSpPr txBox="1"/>
          <p:nvPr/>
        </p:nvSpPr>
        <p:spPr>
          <a:xfrm>
            <a:off x="6345979" y="1434539"/>
            <a:ext cx="2453640" cy="228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sz="1600" u="sng" dirty="0">
                <a:solidFill>
                  <a:schemeClr val="bg1"/>
                </a:solidFill>
                <a:ea typeface="ＭＳ Ｐゴシック" charset="0"/>
              </a:rPr>
              <a:t>Parity Attempted, No Network Access</a:t>
            </a:r>
            <a:endParaRPr lang="en-US" sz="1600" u="sng" kern="1200" dirty="0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150C25-4A89-1571-55F9-2BC7B2B3D73F}"/>
              </a:ext>
            </a:extLst>
          </p:cNvPr>
          <p:cNvSpPr txBox="1"/>
          <p:nvPr/>
        </p:nvSpPr>
        <p:spPr>
          <a:xfrm>
            <a:off x="9340851" y="1354527"/>
            <a:ext cx="2453640" cy="228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sz="1600" u="sng" dirty="0">
                <a:solidFill>
                  <a:schemeClr val="bg1"/>
                </a:solidFill>
                <a:ea typeface="ＭＳ Ｐゴシック" charset="0"/>
              </a:rPr>
              <a:t>Parity Not Completed – Identified Customers</a:t>
            </a:r>
            <a:endParaRPr lang="en-US" sz="1600" u="sng" kern="1200" dirty="0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4955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329BF-9B9D-6AB3-F1B2-CBEE325F3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CBF36-ABBE-DE13-391D-8FADBA382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SaC_NaC Parity – Phase 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6F49FA-2871-9D10-35DC-C117D4E199D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800" b="1" dirty="0">
                <a:solidFill>
                  <a:schemeClr val="accent3"/>
                </a:solidFill>
              </a:rPr>
              <a:t>GES West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96D78A-8769-CE8F-9D82-E2BCEE96E5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0199" y="2179638"/>
            <a:ext cx="2911765" cy="2495550"/>
          </a:xfrm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lang="en-US" dirty="0"/>
              <a:t>Costco (SD-WAN)</a:t>
            </a:r>
          </a:p>
          <a:p>
            <a:pPr marL="0" indent="0">
              <a:buNone/>
            </a:pPr>
            <a:r>
              <a:rPr lang="en-US" dirty="0" err="1"/>
              <a:t>CommonSpirit</a:t>
            </a:r>
            <a:r>
              <a:rPr lang="en-US" dirty="0"/>
              <a:t> Health (SD-WAN)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95D1BB-73F9-5D2A-231C-D16FFD9460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46107" y="2179638"/>
            <a:ext cx="2468880" cy="249555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NONE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A32D72A-AF5B-47DA-42F6-D3758D7195A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72014" y="2179637"/>
            <a:ext cx="2468880" cy="324382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AAFES</a:t>
            </a:r>
          </a:p>
          <a:p>
            <a:pPr marL="0" indent="0">
              <a:buNone/>
            </a:pPr>
            <a:r>
              <a:rPr lang="en-US" dirty="0" err="1"/>
              <a:t>CommonSpirit</a:t>
            </a:r>
            <a:r>
              <a:rPr lang="en-US" dirty="0"/>
              <a:t> Health (Cat-C)</a:t>
            </a:r>
          </a:p>
          <a:p>
            <a:pPr marL="0" indent="0">
              <a:buNone/>
            </a:pPr>
            <a:r>
              <a:rPr lang="en-US" dirty="0"/>
              <a:t>Boeing (Cat-C)</a:t>
            </a:r>
          </a:p>
          <a:p>
            <a:pPr marL="0" indent="0">
              <a:buNone/>
            </a:pPr>
            <a:r>
              <a:rPr lang="en-US" dirty="0"/>
              <a:t>Charles Schwab (Cat-C)</a:t>
            </a:r>
          </a:p>
          <a:p>
            <a:pPr marL="0" indent="0">
              <a:buNone/>
            </a:pPr>
            <a:r>
              <a:rPr lang="en-US" dirty="0"/>
              <a:t>Gilead (SD-WAN)</a:t>
            </a:r>
          </a:p>
          <a:p>
            <a:pPr marL="0" indent="0">
              <a:buNone/>
            </a:pPr>
            <a:r>
              <a:rPr lang="en-US" dirty="0"/>
              <a:t>PG&amp;E (SD-WAN)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1A07933-CC61-9E2F-3954-E46D8B6E5CF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392920" y="2179636"/>
            <a:ext cx="2468880" cy="2495550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Autozone</a:t>
            </a:r>
            <a:r>
              <a:rPr lang="en-US" dirty="0"/>
              <a:t> (SD-WAN)</a:t>
            </a:r>
          </a:p>
          <a:p>
            <a:pPr marL="0" indent="0">
              <a:buNone/>
            </a:pPr>
            <a:r>
              <a:rPr lang="en-US" dirty="0"/>
              <a:t>Southern Cal Edison (Cat-C)</a:t>
            </a:r>
          </a:p>
          <a:p>
            <a:pPr marL="0" indent="0">
              <a:buNone/>
            </a:pPr>
            <a:r>
              <a:rPr lang="en-US" dirty="0"/>
              <a:t>Expedia (SD-WAN)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F8B66C-458A-AAE9-FA6A-8A68B1BCFA3D}"/>
              </a:ext>
            </a:extLst>
          </p:cNvPr>
          <p:cNvSpPr txBox="1"/>
          <p:nvPr/>
        </p:nvSpPr>
        <p:spPr>
          <a:xfrm>
            <a:off x="356235" y="1680210"/>
            <a:ext cx="2453640" cy="228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sz="1600" u="sng" dirty="0">
                <a:solidFill>
                  <a:schemeClr val="bg1"/>
                </a:solidFill>
                <a:ea typeface="ＭＳ Ｐゴシック" charset="0"/>
              </a:rPr>
              <a:t>Parity Complete, &gt;80%</a:t>
            </a:r>
            <a:endParaRPr lang="en-US" sz="1600" u="sng" kern="1200" dirty="0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00DDB3-8181-2BCA-FB20-76EA6D5BF8F8}"/>
              </a:ext>
            </a:extLst>
          </p:cNvPr>
          <p:cNvSpPr txBox="1"/>
          <p:nvPr/>
        </p:nvSpPr>
        <p:spPr>
          <a:xfrm>
            <a:off x="3446107" y="1668780"/>
            <a:ext cx="2453640" cy="228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sz="1600" u="sng" dirty="0">
                <a:solidFill>
                  <a:schemeClr val="bg1"/>
                </a:solidFill>
                <a:ea typeface="ＭＳ Ｐゴシック" charset="0"/>
              </a:rPr>
              <a:t>Parity Complete, &lt;80%</a:t>
            </a:r>
            <a:endParaRPr lang="en-US" sz="1600" u="sng" kern="1200" dirty="0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DFC700-B43C-50AC-D535-9A4D8B96204F}"/>
              </a:ext>
            </a:extLst>
          </p:cNvPr>
          <p:cNvSpPr txBox="1"/>
          <p:nvPr/>
        </p:nvSpPr>
        <p:spPr>
          <a:xfrm>
            <a:off x="6345979" y="1434539"/>
            <a:ext cx="2453640" cy="228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sz="1600" u="sng" dirty="0">
                <a:solidFill>
                  <a:schemeClr val="bg1"/>
                </a:solidFill>
                <a:ea typeface="ＭＳ Ｐゴシック" charset="0"/>
              </a:rPr>
              <a:t>Parity Attempted, No Network Access</a:t>
            </a:r>
            <a:endParaRPr lang="en-US" sz="1600" u="sng" kern="1200" dirty="0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8F33A3-E149-269B-13A4-819155292C12}"/>
              </a:ext>
            </a:extLst>
          </p:cNvPr>
          <p:cNvSpPr txBox="1"/>
          <p:nvPr/>
        </p:nvSpPr>
        <p:spPr>
          <a:xfrm>
            <a:off x="9340851" y="1434537"/>
            <a:ext cx="2453640" cy="228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sz="1600" u="sng" dirty="0">
                <a:solidFill>
                  <a:schemeClr val="bg1"/>
                </a:solidFill>
                <a:ea typeface="ＭＳ Ｐゴシック" charset="0"/>
              </a:rPr>
              <a:t>Parity Not Completed – Identified Customers</a:t>
            </a:r>
            <a:endParaRPr lang="en-US" sz="1600" u="sng" kern="1200" dirty="0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6375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DB5E8-D1E1-0F81-7C4A-22D9DBD8A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3545D-8531-B1C4-8430-739C7DAAB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3: Staffing and Success Criteria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3C2E5-02F8-30B2-236C-85530B78355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Staffing arrangement based on the Sales Motion</a:t>
            </a:r>
          </a:p>
          <a:p>
            <a:pPr lvl="1"/>
            <a:r>
              <a:rPr lang="en-US" dirty="0"/>
              <a:t>Ideally, no change in existing staffing, however, addition of as-code engineer who is trained from our team, to the project for technology support. </a:t>
            </a:r>
          </a:p>
          <a:p>
            <a:pPr lvl="1"/>
            <a:r>
              <a:rPr lang="en-US" dirty="0"/>
              <a:t>Objective will be to train existing architects in parallel to customer transition and build up of initial environment for the deployment</a:t>
            </a:r>
          </a:p>
          <a:p>
            <a:pPr lvl="2"/>
            <a:r>
              <a:rPr lang="en-US" dirty="0"/>
              <a:t>Architects on these accounts are expected to lead with as-code delivery with demo, strategy and end-state architecture</a:t>
            </a:r>
          </a:p>
          <a:p>
            <a:pPr lvl="1"/>
            <a:r>
              <a:rPr lang="en-US" dirty="0"/>
              <a:t>Success criteria is clearly defined for timely disengagement and hand-off of the responsibilities.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121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62D83-3FA6-CB4F-8447-0D2559C7A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5A1A9-05B2-960F-F4FB-79A7C91FF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4: As Applicable – Additional Training/Handoff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6FA527-54A8-9354-EF22-483C17920F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Lessons learned from THD Project:</a:t>
            </a:r>
          </a:p>
          <a:p>
            <a:pPr lvl="1"/>
            <a:r>
              <a:rPr lang="en-US" dirty="0"/>
              <a:t>Additional training might be required for CMS and/or BCS/LCS team from CXC to ensure smooth transition and faster disengagement of our as-code architects</a:t>
            </a:r>
          </a:p>
          <a:p>
            <a:pPr lvl="1"/>
            <a:r>
              <a:rPr lang="en-US" dirty="0"/>
              <a:t>Lab guides will be provided OR one dedicated training session will be held for entire team to focus on as-code deployment specific to customer network. </a:t>
            </a:r>
          </a:p>
          <a:p>
            <a:pPr lvl="2"/>
            <a:r>
              <a:rPr lang="en-US" dirty="0"/>
              <a:t>Fundamental </a:t>
            </a:r>
            <a:r>
              <a:rPr lang="en-US" dirty="0" err="1"/>
              <a:t>NaC</a:t>
            </a:r>
            <a:r>
              <a:rPr lang="en-US" dirty="0"/>
              <a:t> training is out of scope and existing training materials can be leveraged.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629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46892C2-D9A8-8F69-E8C4-CF0B37956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Delivery Process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00318343-EAA2-8305-5306-DF753E473290}"/>
              </a:ext>
            </a:extLst>
          </p:cNvPr>
          <p:cNvGraphicFramePr/>
          <p:nvPr/>
        </p:nvGraphicFramePr>
        <p:xfrm>
          <a:off x="226996" y="1662008"/>
          <a:ext cx="11738008" cy="14232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C781F12-1B48-8A87-9AD7-D0351A87B13B}"/>
              </a:ext>
            </a:extLst>
          </p:cNvPr>
          <p:cNvSpPr txBox="1"/>
          <p:nvPr/>
        </p:nvSpPr>
        <p:spPr>
          <a:xfrm>
            <a:off x="2564524" y="432500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88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US" sz="1600" kern="1200" dirty="0" err="1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  <p:sp>
        <p:nvSpPr>
          <p:cNvPr id="9" name="Snip Diagonal Corner Rectangle 8">
            <a:extLst>
              <a:ext uri="{FF2B5EF4-FFF2-40B4-BE49-F238E27FC236}">
                <a16:creationId xmlns:a16="http://schemas.microsoft.com/office/drawing/2014/main" id="{56A51EC9-3B70-A67C-5563-EEA9576F21AE}"/>
              </a:ext>
            </a:extLst>
          </p:cNvPr>
          <p:cNvSpPr/>
          <p:nvPr/>
        </p:nvSpPr>
        <p:spPr>
          <a:xfrm>
            <a:off x="226194" y="4035973"/>
            <a:ext cx="3105807" cy="641131"/>
          </a:xfrm>
          <a:prstGeom prst="snip2DiagRect">
            <a:avLst/>
          </a:prstGeom>
          <a:solidFill>
            <a:schemeClr val="accent4"/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 anchorCtr="0">
            <a:no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CE/CDA Expertise - Manual</a:t>
            </a:r>
          </a:p>
        </p:txBody>
      </p:sp>
      <p:sp>
        <p:nvSpPr>
          <p:cNvPr id="10" name="Snip Diagonal Corner Rectangle 9">
            <a:extLst>
              <a:ext uri="{FF2B5EF4-FFF2-40B4-BE49-F238E27FC236}">
                <a16:creationId xmlns:a16="http://schemas.microsoft.com/office/drawing/2014/main" id="{2B89016C-8B95-4E23-925F-1AE50957CF1F}"/>
              </a:ext>
            </a:extLst>
          </p:cNvPr>
          <p:cNvSpPr/>
          <p:nvPr/>
        </p:nvSpPr>
        <p:spPr>
          <a:xfrm>
            <a:off x="4494268" y="4035972"/>
            <a:ext cx="3105807" cy="641131"/>
          </a:xfrm>
          <a:prstGeom prst="snip2Diag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182880" tIns="182880" rIns="182880" bIns="182880" rtlCol="0" anchor="ctr" anchorCtr="0">
            <a:no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Digitized Documentation*</a:t>
            </a:r>
          </a:p>
        </p:txBody>
      </p:sp>
      <p:sp>
        <p:nvSpPr>
          <p:cNvPr id="11" name="Snip Diagonal Corner Rectangle 10">
            <a:extLst>
              <a:ext uri="{FF2B5EF4-FFF2-40B4-BE49-F238E27FC236}">
                <a16:creationId xmlns:a16="http://schemas.microsoft.com/office/drawing/2014/main" id="{23494ABC-7474-B252-099A-1D5720E72BA6}"/>
              </a:ext>
            </a:extLst>
          </p:cNvPr>
          <p:cNvSpPr/>
          <p:nvPr/>
        </p:nvSpPr>
        <p:spPr>
          <a:xfrm>
            <a:off x="8762342" y="4035972"/>
            <a:ext cx="3105807" cy="641131"/>
          </a:xfrm>
          <a:prstGeom prst="snip2DiagRect">
            <a:avLst/>
          </a:prstGeom>
          <a:solidFill>
            <a:srgbClr val="00B050"/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 anchorCtr="0">
            <a:no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Network as Code*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06130A-C82E-42A2-290C-FBA729816600}"/>
              </a:ext>
            </a:extLst>
          </p:cNvPr>
          <p:cNvSpPr txBox="1"/>
          <p:nvPr/>
        </p:nvSpPr>
        <p:spPr>
          <a:xfrm>
            <a:off x="226194" y="5849007"/>
            <a:ext cx="4409090" cy="39413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sz="1600" kern="1200" dirty="0">
                <a:solidFill>
                  <a:schemeClr val="bg1"/>
                </a:solidFill>
                <a:latin typeface="+mn-lt"/>
                <a:ea typeface="ＭＳ Ｐゴシック" charset="0"/>
              </a:rPr>
              <a:t>* Depends on solution and feature availability</a:t>
            </a:r>
          </a:p>
        </p:txBody>
      </p:sp>
    </p:spTree>
    <p:extLst>
      <p:ext uri="{BB962C8B-B14F-4D97-AF65-F5344CB8AC3E}">
        <p14:creationId xmlns:p14="http://schemas.microsoft.com/office/powerpoint/2010/main" val="1329496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3DAA9-4234-FB5E-90D1-66D4FF903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B9F4E94-072A-F4D7-EF0A-97A020A11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Delivery Process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04BF2C3A-B0A7-EC8E-DCD6-F511E3A8D1BD}"/>
              </a:ext>
            </a:extLst>
          </p:cNvPr>
          <p:cNvGraphicFramePr/>
          <p:nvPr/>
        </p:nvGraphicFramePr>
        <p:xfrm>
          <a:off x="226996" y="1662008"/>
          <a:ext cx="11738008" cy="14232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BD719B2-8C00-72A1-CDFF-E32EF4D9996D}"/>
              </a:ext>
            </a:extLst>
          </p:cNvPr>
          <p:cNvSpPr txBox="1"/>
          <p:nvPr/>
        </p:nvSpPr>
        <p:spPr>
          <a:xfrm>
            <a:off x="2564524" y="432500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88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US" sz="1600" kern="1200" dirty="0" err="1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  <p:sp>
        <p:nvSpPr>
          <p:cNvPr id="9" name="Snip Diagonal Corner Rectangle 8">
            <a:extLst>
              <a:ext uri="{FF2B5EF4-FFF2-40B4-BE49-F238E27FC236}">
                <a16:creationId xmlns:a16="http://schemas.microsoft.com/office/drawing/2014/main" id="{5EFC5D8B-EB0E-7B3C-D900-3DA892389042}"/>
              </a:ext>
            </a:extLst>
          </p:cNvPr>
          <p:cNvSpPr/>
          <p:nvPr/>
        </p:nvSpPr>
        <p:spPr>
          <a:xfrm>
            <a:off x="226194" y="4035973"/>
            <a:ext cx="3105807" cy="641131"/>
          </a:xfrm>
          <a:prstGeom prst="snip2DiagRect">
            <a:avLst/>
          </a:prstGeom>
          <a:solidFill>
            <a:schemeClr val="accent4"/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 anchorCtr="0">
            <a:no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CE/CDA Expertise - Manual</a:t>
            </a:r>
          </a:p>
        </p:txBody>
      </p:sp>
      <p:sp>
        <p:nvSpPr>
          <p:cNvPr id="10" name="Snip Diagonal Corner Rectangle 9">
            <a:extLst>
              <a:ext uri="{FF2B5EF4-FFF2-40B4-BE49-F238E27FC236}">
                <a16:creationId xmlns:a16="http://schemas.microsoft.com/office/drawing/2014/main" id="{E7B5F45B-0E77-F5E6-46CF-9DEA0713F79C}"/>
              </a:ext>
            </a:extLst>
          </p:cNvPr>
          <p:cNvSpPr/>
          <p:nvPr/>
        </p:nvSpPr>
        <p:spPr>
          <a:xfrm>
            <a:off x="4494268" y="4035972"/>
            <a:ext cx="3105807" cy="641131"/>
          </a:xfrm>
          <a:prstGeom prst="snip2Diag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182880" tIns="182880" rIns="182880" bIns="182880" rtlCol="0" anchor="ctr" anchorCtr="0">
            <a:no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Digitized Documentation*</a:t>
            </a:r>
          </a:p>
        </p:txBody>
      </p:sp>
      <p:sp>
        <p:nvSpPr>
          <p:cNvPr id="11" name="Snip Diagonal Corner Rectangle 10">
            <a:extLst>
              <a:ext uri="{FF2B5EF4-FFF2-40B4-BE49-F238E27FC236}">
                <a16:creationId xmlns:a16="http://schemas.microsoft.com/office/drawing/2014/main" id="{3D7714E9-E3F6-4D59-4EB3-7F1974A544DD}"/>
              </a:ext>
            </a:extLst>
          </p:cNvPr>
          <p:cNvSpPr/>
          <p:nvPr/>
        </p:nvSpPr>
        <p:spPr>
          <a:xfrm>
            <a:off x="8762342" y="4035972"/>
            <a:ext cx="3105807" cy="641131"/>
          </a:xfrm>
          <a:prstGeom prst="snip2DiagRect">
            <a:avLst/>
          </a:prstGeom>
          <a:solidFill>
            <a:srgbClr val="00B050"/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 anchorCtr="0">
            <a:no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Network as Code*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B3B86E5-FFDE-01DE-77CB-70A74E3EB037}"/>
              </a:ext>
            </a:extLst>
          </p:cNvPr>
          <p:cNvSpPr txBox="1"/>
          <p:nvPr/>
        </p:nvSpPr>
        <p:spPr>
          <a:xfrm>
            <a:off x="226194" y="5849007"/>
            <a:ext cx="4409090" cy="39413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sz="1600" kern="1200" dirty="0">
                <a:solidFill>
                  <a:schemeClr val="bg1"/>
                </a:solidFill>
                <a:latin typeface="+mn-lt"/>
                <a:ea typeface="ＭＳ Ｐゴシック" charset="0"/>
              </a:rPr>
              <a:t>* Depends on solution and feature availability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0CC32CB-0C22-0300-399E-65A08465A922}"/>
              </a:ext>
            </a:extLst>
          </p:cNvPr>
          <p:cNvSpPr/>
          <p:nvPr/>
        </p:nvSpPr>
        <p:spPr>
          <a:xfrm>
            <a:off x="980343" y="2008738"/>
            <a:ext cx="958361" cy="729762"/>
          </a:xfrm>
          <a:prstGeom prst="rect">
            <a:avLst/>
          </a:prstGeom>
          <a:noFill/>
          <a:ln w="15875">
            <a:solidFill>
              <a:schemeClr val="accent3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3A9776-5070-A663-8964-D8988F0C7A2E}"/>
              </a:ext>
            </a:extLst>
          </p:cNvPr>
          <p:cNvSpPr/>
          <p:nvPr/>
        </p:nvSpPr>
        <p:spPr>
          <a:xfrm>
            <a:off x="3269274" y="2008738"/>
            <a:ext cx="958361" cy="729762"/>
          </a:xfrm>
          <a:prstGeom prst="rect">
            <a:avLst/>
          </a:prstGeom>
          <a:noFill/>
          <a:ln w="15875">
            <a:solidFill>
              <a:schemeClr val="accent3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AF776A-BCFC-4D97-D4FC-30EDED744A62}"/>
              </a:ext>
            </a:extLst>
          </p:cNvPr>
          <p:cNvSpPr/>
          <p:nvPr/>
        </p:nvSpPr>
        <p:spPr>
          <a:xfrm>
            <a:off x="7932128" y="2008434"/>
            <a:ext cx="958361" cy="729762"/>
          </a:xfrm>
          <a:prstGeom prst="rect">
            <a:avLst/>
          </a:prstGeom>
          <a:noFill/>
          <a:ln w="15875">
            <a:solidFill>
              <a:schemeClr val="accent3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985DF8-67A8-043F-B507-1F83CB3436CA}"/>
              </a:ext>
            </a:extLst>
          </p:cNvPr>
          <p:cNvSpPr txBox="1"/>
          <p:nvPr/>
        </p:nvSpPr>
        <p:spPr>
          <a:xfrm>
            <a:off x="4494267" y="1059473"/>
            <a:ext cx="3374847" cy="35169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sz="1600" kern="1200" dirty="0">
                <a:solidFill>
                  <a:schemeClr val="bg1"/>
                </a:solidFill>
                <a:latin typeface="+mn-lt"/>
                <a:ea typeface="ＭＳ Ｐゴシック" charset="0"/>
              </a:rPr>
              <a:t>New Additions to our Methodology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548ADF0-0D4B-E580-F3F8-28F46FDB0265}"/>
              </a:ext>
            </a:extLst>
          </p:cNvPr>
          <p:cNvCxnSpPr/>
          <p:nvPr/>
        </p:nvCxnSpPr>
        <p:spPr>
          <a:xfrm flipH="1">
            <a:off x="1771650" y="1327638"/>
            <a:ext cx="2980592" cy="619858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B7E52A0-A20F-B10D-8761-43C375A40502}"/>
              </a:ext>
            </a:extLst>
          </p:cNvPr>
          <p:cNvCxnSpPr>
            <a:cxnSpLocks/>
          </p:cNvCxnSpPr>
          <p:nvPr/>
        </p:nvCxnSpPr>
        <p:spPr>
          <a:xfrm flipH="1">
            <a:off x="4004896" y="1339300"/>
            <a:ext cx="975946" cy="608196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04F6A6E-7D40-352F-DAF5-4E7197000B47}"/>
              </a:ext>
            </a:extLst>
          </p:cNvPr>
          <p:cNvCxnSpPr>
            <a:cxnSpLocks/>
          </p:cNvCxnSpPr>
          <p:nvPr/>
        </p:nvCxnSpPr>
        <p:spPr>
          <a:xfrm>
            <a:off x="6082812" y="1327638"/>
            <a:ext cx="2275673" cy="619858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791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BE7BE-E7A4-3B72-969B-BB60AC6DE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029401E-493B-A8F7-CFFC-9EA8FEC93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</a:t>
            </a:r>
            <a:r>
              <a:rPr lang="en-US" dirty="0" err="1"/>
              <a:t>NaC</a:t>
            </a:r>
            <a:r>
              <a:rPr lang="en-US" dirty="0"/>
              <a:t> Feature Development Process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DD84141A-76D2-75B0-264D-6E45275DF7FD}"/>
              </a:ext>
            </a:extLst>
          </p:cNvPr>
          <p:cNvGraphicFramePr/>
          <p:nvPr/>
        </p:nvGraphicFramePr>
        <p:xfrm>
          <a:off x="226996" y="1662008"/>
          <a:ext cx="11738008" cy="14232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7FA06CF-86B0-BAA2-4C0C-2F6A107213B4}"/>
              </a:ext>
            </a:extLst>
          </p:cNvPr>
          <p:cNvSpPr txBox="1"/>
          <p:nvPr/>
        </p:nvSpPr>
        <p:spPr>
          <a:xfrm>
            <a:off x="2564524" y="432500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88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US" sz="1600" kern="1200" dirty="0" err="1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  <p:sp>
        <p:nvSpPr>
          <p:cNvPr id="9" name="Snip Diagonal Corner Rectangle 8">
            <a:extLst>
              <a:ext uri="{FF2B5EF4-FFF2-40B4-BE49-F238E27FC236}">
                <a16:creationId xmlns:a16="http://schemas.microsoft.com/office/drawing/2014/main" id="{2991CB66-BB9D-7415-248E-CD7230F586B6}"/>
              </a:ext>
            </a:extLst>
          </p:cNvPr>
          <p:cNvSpPr/>
          <p:nvPr/>
        </p:nvSpPr>
        <p:spPr>
          <a:xfrm>
            <a:off x="226194" y="4035973"/>
            <a:ext cx="3105807" cy="641131"/>
          </a:xfrm>
          <a:prstGeom prst="snip2DiagRect">
            <a:avLst/>
          </a:prstGeom>
          <a:solidFill>
            <a:srgbClr val="C00000"/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 anchorCtr="0">
            <a:no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High Time (~1-2 weeks)</a:t>
            </a:r>
          </a:p>
        </p:txBody>
      </p:sp>
      <p:sp>
        <p:nvSpPr>
          <p:cNvPr id="10" name="Snip Diagonal Corner Rectangle 9">
            <a:extLst>
              <a:ext uri="{FF2B5EF4-FFF2-40B4-BE49-F238E27FC236}">
                <a16:creationId xmlns:a16="http://schemas.microsoft.com/office/drawing/2014/main" id="{339A8CE6-96B6-8DF0-BF6F-1B5DBBE66E23}"/>
              </a:ext>
            </a:extLst>
          </p:cNvPr>
          <p:cNvSpPr/>
          <p:nvPr/>
        </p:nvSpPr>
        <p:spPr>
          <a:xfrm>
            <a:off x="4494268" y="4035972"/>
            <a:ext cx="3105807" cy="641131"/>
          </a:xfrm>
          <a:prstGeom prst="snip2Diag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182880" tIns="182880" rIns="182880" bIns="182880" rtlCol="0" anchor="ctr" anchorCtr="0">
            <a:no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Medium Time (~3-5 days)</a:t>
            </a:r>
          </a:p>
        </p:txBody>
      </p:sp>
      <p:sp>
        <p:nvSpPr>
          <p:cNvPr id="11" name="Snip Diagonal Corner Rectangle 10">
            <a:extLst>
              <a:ext uri="{FF2B5EF4-FFF2-40B4-BE49-F238E27FC236}">
                <a16:creationId xmlns:a16="http://schemas.microsoft.com/office/drawing/2014/main" id="{EFE7DEA2-1A72-EA19-7E1C-4449AD9605D8}"/>
              </a:ext>
            </a:extLst>
          </p:cNvPr>
          <p:cNvSpPr/>
          <p:nvPr/>
        </p:nvSpPr>
        <p:spPr>
          <a:xfrm>
            <a:off x="8762342" y="4035972"/>
            <a:ext cx="3105807" cy="641131"/>
          </a:xfrm>
          <a:prstGeom prst="snip2DiagRect">
            <a:avLst/>
          </a:prstGeom>
          <a:solidFill>
            <a:schemeClr val="accent1">
              <a:lumMod val="7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 anchorCtr="0">
            <a:no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Low Time (~1 day)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96F8589-741C-3A0E-CC7D-2EF9CC377099}"/>
              </a:ext>
            </a:extLst>
          </p:cNvPr>
          <p:cNvSpPr txBox="1"/>
          <p:nvPr/>
        </p:nvSpPr>
        <p:spPr>
          <a:xfrm>
            <a:off x="226193" y="5849007"/>
            <a:ext cx="9177518" cy="39413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sz="1600" kern="1200" dirty="0">
                <a:solidFill>
                  <a:schemeClr val="bg1"/>
                </a:solidFill>
                <a:latin typeface="+mn-lt"/>
                <a:ea typeface="ＭＳ Ｐゴシック" charset="0"/>
              </a:rPr>
              <a:t>* Rough estimates based on patterns noted with IOS-XE, SDWAN as Code feature development</a:t>
            </a:r>
          </a:p>
        </p:txBody>
      </p:sp>
    </p:spTree>
    <p:extLst>
      <p:ext uri="{BB962C8B-B14F-4D97-AF65-F5344CB8AC3E}">
        <p14:creationId xmlns:p14="http://schemas.microsoft.com/office/powerpoint/2010/main" val="3777122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C8840-1978-83F3-4812-40A0507D4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323AB0-5305-EE33-840D-83AC87D52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Grand Schema of Things – What do we prioritize?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040AF22B-0867-BACF-2F06-76934D8F9C9F}"/>
              </a:ext>
            </a:extLst>
          </p:cNvPr>
          <p:cNvGraphicFramePr/>
          <p:nvPr/>
        </p:nvGraphicFramePr>
        <p:xfrm>
          <a:off x="323850" y="614855"/>
          <a:ext cx="11738008" cy="12510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4FB78D0-C501-32A4-7B19-FC6D43270CDE}"/>
              </a:ext>
            </a:extLst>
          </p:cNvPr>
          <p:cNvSpPr txBox="1"/>
          <p:nvPr/>
        </p:nvSpPr>
        <p:spPr>
          <a:xfrm>
            <a:off x="2564524" y="432500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88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US" sz="1600" kern="1200" dirty="0" err="1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14E44BB0-F47F-8B90-9CCF-73093B7F78D7}"/>
              </a:ext>
            </a:extLst>
          </p:cNvPr>
          <p:cNvGraphicFramePr/>
          <p:nvPr/>
        </p:nvGraphicFramePr>
        <p:xfrm>
          <a:off x="226996" y="2310347"/>
          <a:ext cx="11738008" cy="12510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pSp>
        <p:nvGrpSpPr>
          <p:cNvPr id="15" name="Group 14">
            <a:extLst>
              <a:ext uri="{FF2B5EF4-FFF2-40B4-BE49-F238E27FC236}">
                <a16:creationId xmlns:a16="http://schemas.microsoft.com/office/drawing/2014/main" id="{BA597E8E-C537-A057-27D2-45236281CC76}"/>
              </a:ext>
            </a:extLst>
          </p:cNvPr>
          <p:cNvGrpSpPr/>
          <p:nvPr/>
        </p:nvGrpSpPr>
        <p:grpSpPr>
          <a:xfrm>
            <a:off x="226194" y="1481221"/>
            <a:ext cx="11738811" cy="1014056"/>
            <a:chOff x="226194" y="1481221"/>
            <a:chExt cx="11738811" cy="1014056"/>
          </a:xfrm>
          <a:gradFill>
            <a:gsLst>
              <a:gs pos="0">
                <a:schemeClr val="accent6">
                  <a:lumMod val="0"/>
                  <a:lumOff val="100000"/>
                </a:schemeClr>
              </a:gs>
              <a:gs pos="35000">
                <a:schemeClr val="accent6">
                  <a:lumMod val="0"/>
                  <a:lumOff val="100000"/>
                </a:schemeClr>
              </a:gs>
              <a:gs pos="100000">
                <a:schemeClr val="accent6">
                  <a:lumMod val="100000"/>
                </a:schemeClr>
              </a:gs>
            </a:gsLst>
            <a:lin ang="5400000" scaled="0"/>
          </a:gradFill>
        </p:grpSpPr>
        <p:sp>
          <p:nvSpPr>
            <p:cNvPr id="8" name="Right Triangle 7">
              <a:extLst>
                <a:ext uri="{FF2B5EF4-FFF2-40B4-BE49-F238E27FC236}">
                  <a16:creationId xmlns:a16="http://schemas.microsoft.com/office/drawing/2014/main" id="{482EF630-5486-153C-0512-3F8A25F5853F}"/>
                </a:ext>
              </a:extLst>
            </p:cNvPr>
            <p:cNvSpPr/>
            <p:nvPr/>
          </p:nvSpPr>
          <p:spPr>
            <a:xfrm>
              <a:off x="3743159" y="1481221"/>
              <a:ext cx="8221846" cy="1014056"/>
            </a:xfrm>
            <a:prstGeom prst="rtTriangle">
              <a:avLst/>
            </a:prstGeom>
            <a:grpFill/>
            <a:ln w="158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2880" tIns="182880" rIns="182880" bIns="182880" rtlCol="0" anchor="t" anchorCtr="0">
              <a:noAutofit/>
            </a:bodyPr>
            <a:lstStyle/>
            <a:p>
              <a:pPr marL="182880" indent="-182880" algn="l">
                <a:buFont typeface="Arial" panose="020B0604020202020204" pitchFamily="34" charset="0"/>
                <a:buChar char="•"/>
              </a:pPr>
              <a:endParaRPr 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D8260BBA-51DE-1EE0-F226-7E2EF83294AD}"/>
                </a:ext>
              </a:extLst>
            </p:cNvPr>
            <p:cNvSpPr/>
            <p:nvPr/>
          </p:nvSpPr>
          <p:spPr>
            <a:xfrm flipH="1">
              <a:off x="226194" y="1481221"/>
              <a:ext cx="3516964" cy="1014056"/>
            </a:xfrm>
            <a:prstGeom prst="rtTriangle">
              <a:avLst/>
            </a:prstGeom>
            <a:grpFill/>
            <a:ln w="158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2880" tIns="182880" rIns="182880" bIns="182880" rtlCol="0" anchor="t" anchorCtr="0">
              <a:noAutofit/>
            </a:bodyPr>
            <a:lstStyle/>
            <a:p>
              <a:pPr marL="182880" indent="-182880" algn="l">
                <a:buFont typeface="Arial" panose="020B0604020202020204" pitchFamily="34" charset="0"/>
                <a:buChar char="•"/>
              </a:pPr>
              <a:endParaRPr lang="en-US" sz="16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175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PPT-2025-Dark">
  <a:themeElements>
    <a:clrScheme name="CSCO_2025_Colors">
      <a:dk1>
        <a:srgbClr val="FFFFFF"/>
      </a:dk1>
      <a:lt1>
        <a:srgbClr val="07182D"/>
      </a:lt1>
      <a:dk2>
        <a:srgbClr val="B4B9C0"/>
      </a:dk2>
      <a:lt2>
        <a:srgbClr val="525E6C"/>
      </a:lt2>
      <a:accent1>
        <a:srgbClr val="02C8FF"/>
      </a:accent1>
      <a:accent2>
        <a:srgbClr val="0A60FF"/>
      </a:accent2>
      <a:accent3>
        <a:srgbClr val="FF007F"/>
      </a:accent3>
      <a:accent4>
        <a:srgbClr val="FF9000"/>
      </a:accent4>
      <a:accent5>
        <a:srgbClr val="D6D6D6"/>
      </a:accent5>
      <a:accent6>
        <a:srgbClr val="6B6B6B"/>
      </a:accent6>
      <a:hlink>
        <a:srgbClr val="FFFFFF"/>
      </a:hlink>
      <a:folHlink>
        <a:srgbClr val="C0C0C0"/>
      </a:folHlink>
    </a:clrScheme>
    <a:fontScheme name="Cisco PowerPoint 02-26-2025">
      <a:majorFont>
        <a:latin typeface="CiscoSansTT Medium"/>
        <a:ea typeface=""/>
        <a:cs typeface=""/>
      </a:majorFont>
      <a:minorFont>
        <a:latin typeface="CiscoSansT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5875">
          <a:solidFill>
            <a:schemeClr val="bg2"/>
          </a:solidFill>
        </a:ln>
        <a:effectLst/>
      </a:spPr>
      <a:bodyPr wrap="square" lIns="182880" tIns="182880" rIns="182880" bIns="182880" rtlCol="0" anchor="t" anchorCtr="0">
        <a:noAutofit/>
      </a:bodyPr>
      <a:lstStyle>
        <a:defPPr marL="182880" indent="-182880" algn="l">
          <a:buFont typeface="Arial" panose="020B0604020202020204" pitchFamily="34" charset="0"/>
          <a:buChar char="•"/>
          <a:defRPr sz="1600"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marL="182880" indent="-182880" algn="l" defTabSz="912276" rtl="0" eaLnBrk="1" fontAlgn="base" hangingPunct="1">
          <a:lnSpc>
            <a:spcPct val="100000"/>
          </a:lnSpc>
          <a:spcBef>
            <a:spcPts val="0"/>
          </a:spcBef>
          <a:spcAft>
            <a:spcPts val="1000"/>
          </a:spcAft>
          <a:buClr>
            <a:schemeClr val="bg1"/>
          </a:buClr>
          <a:buSzPct val="100000"/>
          <a:buFont typeface="Arial" panose="020B0604020202020204" pitchFamily="34" charset="0"/>
          <a:buChar char="•"/>
          <a:defRPr sz="1600" kern="1200" dirty="0" err="1" smtClean="0">
            <a:solidFill>
              <a:schemeClr val="bg1"/>
            </a:solidFill>
            <a:latin typeface="+mn-lt"/>
            <a:ea typeface="ＭＳ Ｐゴシック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-2025-Dark" id="{AE7C598B-6687-E04E-AA05-FA6BAFDC8F0A}" vid="{536A6278-61C4-A444-9DCF-E7CD08E5D9E3}"/>
    </a:ext>
  </a:extLst>
</a:theme>
</file>

<file path=docMetadata/LabelInfo.xml><?xml version="1.0" encoding="utf-8"?>
<clbl:labelList xmlns:clbl="http://schemas.microsoft.com/office/2020/mipLabelMetadata">
  <clbl:label id="{c8f49a32-fde3-48a5-9266-b5b0972a22dc}" enabled="1" method="Standard" siteId="{5ae1af62-9505-4097-a69a-c1553ef7840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PPT-2025-Dark</Template>
  <TotalTime>13190</TotalTime>
  <Words>1256</Words>
  <Application>Microsoft Macintosh PowerPoint</Application>
  <PresentationFormat>Widescreen</PresentationFormat>
  <Paragraphs>224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CiscoSansTT Medium</vt:lpstr>
      <vt:lpstr>CiscoSansTT</vt:lpstr>
      <vt:lpstr>MS PGothic</vt:lpstr>
      <vt:lpstr>Aptos</vt:lpstr>
      <vt:lpstr>Arial</vt:lpstr>
      <vt:lpstr>PPT-2025-Dark</vt:lpstr>
      <vt:lpstr>SaC / NaC Adoption Strategy</vt:lpstr>
      <vt:lpstr>Phases</vt:lpstr>
      <vt:lpstr>Phase 1: NaC-Parity – SDWAN and Cat-C</vt:lpstr>
      <vt:lpstr>Phase 2: Engage and Strategize with customers - &gt;80%**</vt:lpstr>
      <vt:lpstr>Phase 2 Steps</vt:lpstr>
      <vt:lpstr>SaC_NaC Parity – Phase 2</vt:lpstr>
      <vt:lpstr>SaC_NaC Parity – Phase 2</vt:lpstr>
      <vt:lpstr>SaC_NaC Parity – Phase 2</vt:lpstr>
      <vt:lpstr>SaC_NaC Parity – Phase 2</vt:lpstr>
      <vt:lpstr>Phase 3: Staffing and Success Criteria</vt:lpstr>
      <vt:lpstr>Phase 4: As Applicable – Additional Training/Handoff</vt:lpstr>
      <vt:lpstr>Current Delivery Process</vt:lpstr>
      <vt:lpstr>New Delivery Process</vt:lpstr>
      <vt:lpstr>Typical NaC Feature Development Process</vt:lpstr>
      <vt:lpstr>In Grand Schema of Things – What do we prioritize?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Dhrumil Prajapati (dhprajap)</dc:creator>
  <cp:lastModifiedBy>Mike Brown (michabr4)</cp:lastModifiedBy>
  <cp:revision>5</cp:revision>
  <dcterms:created xsi:type="dcterms:W3CDTF">2026-03-05T13:29:41Z</dcterms:created>
  <dcterms:modified xsi:type="dcterms:W3CDTF">2026-04-23T15:58:23Z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PPT-2025-Dark:8</vt:lpwstr>
  </property>
  <property fmtid="{D5CDD505-2E9C-101B-9397-08002B2CF9AE}" pid="3" name="ClassificationContentMarkingFooterText">
    <vt:lpwstr>Cisco Confidential</vt:lpwstr>
  </property>
</Properties>
</file>